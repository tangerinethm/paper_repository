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260" r:id="rId5"/>
    <p:sldId id="257" r:id="rId7"/>
    <p:sldId id="258" r:id="rId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72" d="100"/>
          <a:sy n="72" d="100"/>
        </p:scale>
        <p:origin x="-630" y="-84"/>
      </p:cViewPr>
      <p:guideLst>
        <p:guide orient="horz" pos="214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.wmf"/><Relationship Id="rId8" Type="http://schemas.openxmlformats.org/officeDocument/2006/relationships/image" Target="../media/image10.wmf"/><Relationship Id="rId7" Type="http://schemas.openxmlformats.org/officeDocument/2006/relationships/image" Target="../media/image9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0" Type="http://schemas.openxmlformats.org/officeDocument/2006/relationships/image" Target="../media/image12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.wmf"/><Relationship Id="rId8" Type="http://schemas.openxmlformats.org/officeDocument/2006/relationships/image" Target="../media/image17.wmf"/><Relationship Id="rId7" Type="http://schemas.openxmlformats.org/officeDocument/2006/relationships/image" Target="../media/image16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3" Type="http://schemas.openxmlformats.org/officeDocument/2006/relationships/image" Target="../media/image11.wmf"/><Relationship Id="rId2" Type="http://schemas.openxmlformats.org/officeDocument/2006/relationships/image" Target="../media/image9.wmf"/><Relationship Id="rId12" Type="http://schemas.openxmlformats.org/officeDocument/2006/relationships/image" Target="../media/image21.wmf"/><Relationship Id="rId11" Type="http://schemas.openxmlformats.org/officeDocument/2006/relationships/image" Target="../media/image20.wmf"/><Relationship Id="rId10" Type="http://schemas.openxmlformats.org/officeDocument/2006/relationships/image" Target="../media/image19.wmf"/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幻灯片图像占位符 1"/>
          <p:cNvSpPr>
            <a:spLocks noGrp="1" noRot="1"/>
          </p:cNvSpPr>
          <p:nvPr>
            <p:ph type="sldImg"/>
          </p:nvPr>
        </p:nvSpPr>
        <p:spPr>
          <a:ln/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p>
            <a:pPr lvl="0"/>
            <a:r>
              <a:rPr lang="en-US" altLang="zh-CN"/>
              <a:t>⊕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图片 1030" descr="30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849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图片 3078" descr="40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849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5" Type="http://schemas.openxmlformats.org/officeDocument/2006/relationships/notesSlide" Target="../notesSlides/notesSlide1.xml"/><Relationship Id="rId24" Type="http://schemas.openxmlformats.org/officeDocument/2006/relationships/vmlDrawing" Target="../drawings/vmlDrawing1.vml"/><Relationship Id="rId23" Type="http://schemas.openxmlformats.org/officeDocument/2006/relationships/slideLayout" Target="../slideLayouts/slideLayout13.xml"/><Relationship Id="rId22" Type="http://schemas.openxmlformats.org/officeDocument/2006/relationships/image" Target="../media/image12.wmf"/><Relationship Id="rId21" Type="http://schemas.openxmlformats.org/officeDocument/2006/relationships/oleObject" Target="../embeddings/oleObject12.bin"/><Relationship Id="rId20" Type="http://schemas.openxmlformats.org/officeDocument/2006/relationships/oleObject" Target="../embeddings/oleObject11.bin"/><Relationship Id="rId2" Type="http://schemas.openxmlformats.org/officeDocument/2006/relationships/image" Target="../media/image3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1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10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9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8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.bin"/><Relationship Id="rId8" Type="http://schemas.openxmlformats.org/officeDocument/2006/relationships/oleObject" Target="../embeddings/oleObject17.bin"/><Relationship Id="rId7" Type="http://schemas.openxmlformats.org/officeDocument/2006/relationships/oleObject" Target="../embeddings/oleObject16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9.wmf"/><Relationship Id="rId33" Type="http://schemas.openxmlformats.org/officeDocument/2006/relationships/vmlDrawing" Target="../drawings/vmlDrawing2.vml"/><Relationship Id="rId32" Type="http://schemas.openxmlformats.org/officeDocument/2006/relationships/slideLayout" Target="../slideLayouts/slideLayout13.xml"/><Relationship Id="rId31" Type="http://schemas.openxmlformats.org/officeDocument/2006/relationships/oleObject" Target="../embeddings/oleObject31.bin"/><Relationship Id="rId30" Type="http://schemas.openxmlformats.org/officeDocument/2006/relationships/oleObject" Target="../embeddings/oleObject30.bin"/><Relationship Id="rId3" Type="http://schemas.openxmlformats.org/officeDocument/2006/relationships/oleObject" Target="../embeddings/oleObject14.bin"/><Relationship Id="rId29" Type="http://schemas.openxmlformats.org/officeDocument/2006/relationships/image" Target="../media/image21.wmf"/><Relationship Id="rId28" Type="http://schemas.openxmlformats.org/officeDocument/2006/relationships/oleObject" Target="../embeddings/oleObject29.bin"/><Relationship Id="rId27" Type="http://schemas.openxmlformats.org/officeDocument/2006/relationships/image" Target="../media/image20.wmf"/><Relationship Id="rId26" Type="http://schemas.openxmlformats.org/officeDocument/2006/relationships/oleObject" Target="../embeddings/oleObject28.bin"/><Relationship Id="rId25" Type="http://schemas.openxmlformats.org/officeDocument/2006/relationships/image" Target="../media/image19.wmf"/><Relationship Id="rId24" Type="http://schemas.openxmlformats.org/officeDocument/2006/relationships/oleObject" Target="../embeddings/oleObject27.bin"/><Relationship Id="rId23" Type="http://schemas.openxmlformats.org/officeDocument/2006/relationships/oleObject" Target="../embeddings/oleObject26.bin"/><Relationship Id="rId22" Type="http://schemas.openxmlformats.org/officeDocument/2006/relationships/image" Target="../media/image18.wmf"/><Relationship Id="rId21" Type="http://schemas.openxmlformats.org/officeDocument/2006/relationships/oleObject" Target="../embeddings/oleObject25.bin"/><Relationship Id="rId20" Type="http://schemas.openxmlformats.org/officeDocument/2006/relationships/image" Target="../media/image17.wmf"/><Relationship Id="rId2" Type="http://schemas.openxmlformats.org/officeDocument/2006/relationships/image" Target="../media/image8.wmf"/><Relationship Id="rId19" Type="http://schemas.openxmlformats.org/officeDocument/2006/relationships/oleObject" Target="../embeddings/oleObject24.bin"/><Relationship Id="rId18" Type="http://schemas.openxmlformats.org/officeDocument/2006/relationships/image" Target="../media/image16.wmf"/><Relationship Id="rId17" Type="http://schemas.openxmlformats.org/officeDocument/2006/relationships/oleObject" Target="../embeddings/oleObject23.bin"/><Relationship Id="rId16" Type="http://schemas.openxmlformats.org/officeDocument/2006/relationships/oleObject" Target="../embeddings/oleObject22.bin"/><Relationship Id="rId15" Type="http://schemas.openxmlformats.org/officeDocument/2006/relationships/image" Target="../media/image15.wmf"/><Relationship Id="rId14" Type="http://schemas.openxmlformats.org/officeDocument/2006/relationships/oleObject" Target="../embeddings/oleObject21.bin"/><Relationship Id="rId13" Type="http://schemas.openxmlformats.org/officeDocument/2006/relationships/image" Target="../media/image14.wmf"/><Relationship Id="rId12" Type="http://schemas.openxmlformats.org/officeDocument/2006/relationships/oleObject" Target="../embeddings/oleObject20.bin"/><Relationship Id="rId11" Type="http://schemas.openxmlformats.org/officeDocument/2006/relationships/oleObject" Target="../embeddings/oleObject19.bin"/><Relationship Id="rId10" Type="http://schemas.openxmlformats.org/officeDocument/2006/relationships/image" Target="../media/image13.wmf"/><Relationship Id="rId1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anchor="t"/>
          <a:p>
            <a:r>
              <a:rPr lang="zh-CN" altLang="en-US" sz="4000">
                <a:solidFill>
                  <a:schemeClr val="bg1"/>
                </a:solidFill>
              </a:rPr>
              <a:t>环同态和环同构</a:t>
            </a:r>
            <a:endParaRPr lang="zh-CN" altLang="en-US" sz="4000">
              <a:solidFill>
                <a:schemeClr val="bg1"/>
              </a:solidFill>
            </a:endParaRPr>
          </a:p>
        </p:txBody>
      </p:sp>
      <p:sp>
        <p:nvSpPr>
          <p:cNvPr id="5122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7856538" cy="4622800"/>
          </a:xfrm>
          <a:noFill/>
          <a:ln>
            <a:noFill/>
          </a:ln>
        </p:spPr>
        <p:txBody>
          <a:bodyPr anchor="t"/>
          <a:p>
            <a:pPr marL="0" indent="0">
              <a:buNone/>
            </a:pPr>
            <a:r>
              <a:rPr lang="zh-CN" altLang="en-US" sz="2800"/>
              <a:t>设           和             是两个环</a:t>
            </a:r>
            <a:r>
              <a:rPr lang="en-US" altLang="zh-CN" sz="2800"/>
              <a:t>, </a:t>
            </a:r>
            <a:r>
              <a:rPr lang="zh-CN" altLang="en-US" sz="2800"/>
              <a:t>如果映射</a:t>
            </a:r>
            <a:endParaRPr lang="zh-CN" altLang="en-US" sz="2800"/>
          </a:p>
          <a:p>
            <a:pPr marL="0" indent="0">
              <a:buNone/>
            </a:pPr>
            <a:r>
              <a:rPr lang="zh-CN" altLang="en-US" sz="2800"/>
              <a:t>满足对任意           </a:t>
            </a:r>
            <a:r>
              <a:rPr lang="en-US" altLang="zh-CN" sz="2800"/>
              <a:t>, </a:t>
            </a:r>
            <a:r>
              <a:rPr lang="zh-CN" altLang="en-US" sz="2800"/>
              <a:t>都有</a:t>
            </a:r>
            <a:r>
              <a:rPr lang="en-US" altLang="zh-CN" sz="2800"/>
              <a:t>:</a:t>
            </a:r>
            <a:r>
              <a:rPr lang="zh-CN" altLang="en-US" sz="2800"/>
              <a:t>                                                  </a:t>
            </a:r>
            <a:endParaRPr lang="zh-CN" altLang="en-US" sz="2800"/>
          </a:p>
          <a:p>
            <a:pPr marL="0" indent="0">
              <a:buNone/>
            </a:pPr>
            <a:endParaRPr lang="zh-CN" altLang="en-US" sz="2800"/>
          </a:p>
          <a:p>
            <a:pPr marL="0" indent="0">
              <a:buNone/>
            </a:pPr>
            <a:r>
              <a:rPr lang="zh-CN" altLang="en-US" sz="2800"/>
              <a:t>那么称是    到     的一个环同态。</a:t>
            </a:r>
            <a:endParaRPr lang="zh-CN" altLang="en-US" sz="2800"/>
          </a:p>
          <a:p>
            <a:pPr marL="0" indent="0">
              <a:buNone/>
            </a:pPr>
            <a:r>
              <a:rPr lang="zh-CN" altLang="en-US" sz="2800"/>
              <a:t>当   是单射时，称它是单同态；</a:t>
            </a:r>
            <a:endParaRPr lang="zh-CN" altLang="en-US" sz="2800"/>
          </a:p>
          <a:p>
            <a:pPr marL="0" indent="0">
              <a:buNone/>
            </a:pPr>
            <a:r>
              <a:rPr lang="zh-CN" altLang="en-US" sz="2800"/>
              <a:t>当   是满射时，称它是满同态；</a:t>
            </a:r>
            <a:endParaRPr lang="zh-CN" altLang="en-US" sz="2800"/>
          </a:p>
          <a:p>
            <a:pPr marL="0" indent="0">
              <a:buNone/>
            </a:pPr>
            <a:r>
              <a:rPr lang="zh-CN" altLang="en-US" sz="2800"/>
              <a:t>当   是一一映射时，称它是同构，此时称   和    环同构。</a:t>
            </a:r>
            <a:endParaRPr lang="zh-CN" altLang="en-US" sz="2800"/>
          </a:p>
        </p:txBody>
      </p:sp>
      <p:graphicFrame>
        <p:nvGraphicFramePr>
          <p:cNvPr id="5123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1225" y="1614488"/>
          <a:ext cx="107473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469900" imgH="215900" progId="Equation.KSEE3">
                  <p:embed/>
                </p:oleObj>
              </mc:Choice>
              <mc:Fallback>
                <p:oleObj name="" r:id="rId1" imgW="469900" imgH="215900" progId="Equation.KSEE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1225" y="1614488"/>
                        <a:ext cx="1074738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14575" y="1600200"/>
          <a:ext cx="133826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584200" imgH="215900" progId="Equation.KSEE3">
                  <p:embed/>
                </p:oleObj>
              </mc:Choice>
              <mc:Fallback>
                <p:oleObj name="" r:id="rId3" imgW="584200" imgH="215900" progId="Equation.KSEE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14575" y="1600200"/>
                        <a:ext cx="1338263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661150" y="1647825"/>
          <a:ext cx="144145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685800" imgH="203200" progId="Equation.KSEE3">
                  <p:embed/>
                </p:oleObj>
              </mc:Choice>
              <mc:Fallback>
                <p:oleObj name="" r:id="rId5" imgW="685800" imgH="203200" progId="Equation.KSEE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61150" y="1647825"/>
                        <a:ext cx="1441450" cy="427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14575" y="2174875"/>
          <a:ext cx="118586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7" imgW="533400" imgH="203200" progId="Equation.KSEE3">
                  <p:embed/>
                </p:oleObj>
              </mc:Choice>
              <mc:Fallback>
                <p:oleObj name="" r:id="rId7" imgW="533400" imgH="203200" progId="Equation.KSEE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14575" y="2174875"/>
                        <a:ext cx="1185863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5150" y="2695575"/>
          <a:ext cx="5827713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9" imgW="2882900" imgH="203200" progId="Equation.KSEE3">
                  <p:embed/>
                </p:oleObj>
              </mc:Choice>
              <mc:Fallback>
                <p:oleObj name="" r:id="rId9" imgW="2882900" imgH="203200" progId="Equation.KSEE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5150" y="2695575"/>
                        <a:ext cx="5827713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62150" y="3176588"/>
          <a:ext cx="35242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1" imgW="152400" imgH="165100" progId="Equation.KSEE3">
                  <p:embed/>
                </p:oleObj>
              </mc:Choice>
              <mc:Fallback>
                <p:oleObj name="" r:id="rId11" imgW="152400" imgH="165100" progId="Equation.KSEE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62150" y="3176588"/>
                        <a:ext cx="352425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749550" y="3194050"/>
          <a:ext cx="3905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3" imgW="177165" imgH="165100" progId="Equation.KSEE3">
                  <p:embed/>
                </p:oleObj>
              </mc:Choice>
              <mc:Fallback>
                <p:oleObj name="" r:id="rId13" imgW="177165" imgH="165100" progId="Equation.KSEE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49550" y="3194050"/>
                        <a:ext cx="390525" cy="366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850063" y="4714875"/>
          <a:ext cx="3540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5" imgW="152400" imgH="165100" progId="Equation.KSEE3">
                  <p:embed/>
                </p:oleObj>
              </mc:Choice>
              <mc:Fallback>
                <p:oleObj name="" r:id="rId15" imgW="152400" imgH="165100" progId="Equation.KSEE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850063" y="4714875"/>
                        <a:ext cx="354012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1225" y="3692525"/>
          <a:ext cx="3302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7" imgW="152400" imgH="203200" progId="Equation.KSEE3">
                  <p:embed/>
                </p:oleObj>
              </mc:Choice>
              <mc:Fallback>
                <p:oleObj name="" r:id="rId17" imgW="152400" imgH="203200" progId="Equation.KSEE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11225" y="3692525"/>
                        <a:ext cx="330200" cy="439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2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1225" y="4216400"/>
          <a:ext cx="3302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9" imgW="152400" imgH="203200" progId="Equation.KSEE3">
                  <p:embed/>
                </p:oleObj>
              </mc:Choice>
              <mc:Fallback>
                <p:oleObj name="" r:id="rId19" imgW="152400" imgH="203200" progId="Equation.KSEE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11225" y="4216400"/>
                        <a:ext cx="330200" cy="439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3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1225" y="4714875"/>
          <a:ext cx="3302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20" imgW="152400" imgH="203200" progId="Equation.KSEE3">
                  <p:embed/>
                </p:oleObj>
              </mc:Choice>
              <mc:Fallback>
                <p:oleObj name="" r:id="rId20" imgW="152400" imgH="203200" progId="Equation.KSEE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11225" y="4714875"/>
                        <a:ext cx="330200" cy="439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4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483475" y="4714875"/>
          <a:ext cx="4111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21" imgW="177165" imgH="165100" progId="Equation.KSEE3">
                  <p:embed/>
                </p:oleObj>
              </mc:Choice>
              <mc:Fallback>
                <p:oleObj name="" r:id="rId21" imgW="177165" imgH="165100" progId="Equation.KSEE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483475" y="4714875"/>
                        <a:ext cx="411163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文本框 1"/>
          <p:cNvSpPr txBox="1"/>
          <p:nvPr/>
        </p:nvSpPr>
        <p:spPr>
          <a:xfrm>
            <a:off x="465138" y="1703388"/>
            <a:ext cx="7526337" cy="39671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20000"/>
              </a:spcBef>
              <a:buSzTx/>
            </a:pP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（环同态基本定理）设   和    是环， 是   到   </a:t>
            </a:r>
            <a:endParaRPr lang="zh-CN" altLang="en-US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SzTx/>
            </a:pP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的环同态，则                                     是   的理想，且             和      同构。反之，若   是    的理想，则映射</a:t>
            </a:r>
            <a:endParaRPr lang="zh-CN" altLang="en-US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SzTx/>
            </a:pPr>
            <a:endParaRPr lang="zh-CN" altLang="en-US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SzTx/>
            </a:pPr>
            <a:endParaRPr lang="zh-CN" altLang="en-US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SzTx/>
            </a:pP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是   到       的同态映射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 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且              ， 称为   到</a:t>
            </a:r>
            <a:endParaRPr lang="zh-CN" altLang="en-US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SzTx/>
            </a:pP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        的自然同态。</a:t>
            </a:r>
            <a:endParaRPr lang="zh-CN" altLang="en-US" sz="2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170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44950" y="1770063"/>
          <a:ext cx="366713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152400" imgH="165100" progId="Equation.KSEE3">
                  <p:embed/>
                </p:oleObj>
              </mc:Choice>
              <mc:Fallback>
                <p:oleObj name="" r:id="rId1" imgW="152400" imgH="165100" progId="Equation.KSEE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44950" y="1770063"/>
                        <a:ext cx="366713" cy="398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73613" y="1770063"/>
          <a:ext cx="42545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3" imgW="177165" imgH="165100" progId="Equation.KSEE3">
                  <p:embed/>
                </p:oleObj>
              </mc:Choice>
              <mc:Fallback>
                <p:oleObj name="" r:id="rId3" imgW="177165" imgH="165100" progId="Equation.KSEE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73613" y="1770063"/>
                        <a:ext cx="425450" cy="398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2500" y="1727200"/>
          <a:ext cx="3302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5" imgW="152400" imgH="203200" progId="Equation.KSEE3">
                  <p:embed/>
                </p:oleObj>
              </mc:Choice>
              <mc:Fallback>
                <p:oleObj name="" r:id="rId5" imgW="152400" imgH="203200" progId="Equation.KSEE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32500" y="1727200"/>
                        <a:ext cx="330200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653213" y="1749425"/>
          <a:ext cx="3667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7" imgW="152400" imgH="165100" progId="Equation.KSEE3">
                  <p:embed/>
                </p:oleObj>
              </mc:Choice>
              <mc:Fallback>
                <p:oleObj name="" r:id="rId7" imgW="152400" imgH="165100" progId="Equation.KSEE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53213" y="1749425"/>
                        <a:ext cx="366712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315200" y="1749425"/>
          <a:ext cx="4254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8" imgW="177165" imgH="165100" progId="Equation.KSEE3">
                  <p:embed/>
                </p:oleObj>
              </mc:Choice>
              <mc:Fallback>
                <p:oleObj name="" r:id="rId8" imgW="177165" imgH="1651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15200" y="1749425"/>
                        <a:ext cx="425450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06700" y="2257425"/>
          <a:ext cx="35306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9" imgW="1651000" imgH="203200" progId="Equation.KSEE3">
                  <p:embed/>
                </p:oleObj>
              </mc:Choice>
              <mc:Fallback>
                <p:oleObj name="" r:id="rId9" imgW="1651000" imgH="203200" progId="Equation.KSEE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06700" y="2257425"/>
                        <a:ext cx="3530600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583363" y="2257425"/>
          <a:ext cx="3667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1" imgW="152400" imgH="165100" progId="Equation.KSEE3">
                  <p:embed/>
                </p:oleObj>
              </mc:Choice>
              <mc:Fallback>
                <p:oleObj name="" r:id="rId11" imgW="152400" imgH="165100" progId="Equation.KSEE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83363" y="2257425"/>
                        <a:ext cx="366712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93850" y="2692400"/>
          <a:ext cx="134937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2" imgW="647700" imgH="203200" progId="Equation.KSEE3">
                  <p:embed/>
                </p:oleObj>
              </mc:Choice>
              <mc:Fallback>
                <p:oleObj name="" r:id="rId12" imgW="647700" imgH="203200" progId="Equation.KSEE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93850" y="2692400"/>
                        <a:ext cx="1349375" cy="423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97225" y="2719388"/>
          <a:ext cx="7175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4" imgW="368300" imgH="203200" progId="Equation.KSEE3">
                  <p:embed/>
                </p:oleObj>
              </mc:Choice>
              <mc:Fallback>
                <p:oleObj name="" r:id="rId14" imgW="368300" imgH="203200" progId="Equation.KSEE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197225" y="2719388"/>
                        <a:ext cx="717550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019925" y="2692400"/>
          <a:ext cx="3651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6" imgW="152400" imgH="165100" progId="Equation.KSEE3">
                  <p:embed/>
                </p:oleObj>
              </mc:Choice>
              <mc:Fallback>
                <p:oleObj name="" r:id="rId16" imgW="152400" imgH="165100" progId="Equation.KSEE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19925" y="2692400"/>
                        <a:ext cx="365125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34125" y="2654300"/>
          <a:ext cx="3190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7" imgW="127000" imgH="165100" progId="Equation.KSEE3">
                  <p:embed/>
                </p:oleObj>
              </mc:Choice>
              <mc:Fallback>
                <p:oleObj name="" r:id="rId17" imgW="127000" imgH="165100" progId="Equation.KSEE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34125" y="2654300"/>
                        <a:ext cx="319088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1" name="对象 1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098800" y="3532188"/>
          <a:ext cx="167481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9" imgW="812800" imgH="177165" progId="Equation.KSEE3">
                  <p:embed/>
                </p:oleObj>
              </mc:Choice>
              <mc:Fallback>
                <p:oleObj name="" r:id="rId19" imgW="812800" imgH="177165" progId="Equation.KSEE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098800" y="3532188"/>
                        <a:ext cx="1674813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2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422650" y="3986213"/>
          <a:ext cx="135096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21" imgW="634365" imgH="177165" progId="Equation.KSEE3">
                  <p:embed/>
                </p:oleObj>
              </mc:Choice>
              <mc:Fallback>
                <p:oleObj name="" r:id="rId21" imgW="634365" imgH="177165" progId="Equation.KSEE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422650" y="3986213"/>
                        <a:ext cx="1350963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3" name="对象 1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84238" y="4646613"/>
          <a:ext cx="366712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23" imgW="152400" imgH="165100" progId="Equation.KSEE3">
                  <p:embed/>
                </p:oleObj>
              </mc:Choice>
              <mc:Fallback>
                <p:oleObj name="" r:id="rId23" imgW="152400" imgH="165100" progId="Equation.KSEE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84238" y="4646613"/>
                        <a:ext cx="366712" cy="398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4" name="对象 2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93850" y="4649788"/>
          <a:ext cx="73501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24" imgW="316865" imgH="177165" progId="Equation.KSEE3">
                  <p:embed/>
                </p:oleObj>
              </mc:Choice>
              <mc:Fallback>
                <p:oleObj name="" r:id="rId24" imgW="316865" imgH="177165" progId="Equation.KSEE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93850" y="4649788"/>
                        <a:ext cx="735013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5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03750" y="4656138"/>
          <a:ext cx="1360488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26" imgW="647700" imgH="203200" progId="Equation.KSEE3">
                  <p:embed/>
                </p:oleObj>
              </mc:Choice>
              <mc:Fallback>
                <p:oleObj name="" r:id="rId26" imgW="647700" imgH="203200" progId="Equation.KSEE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603750" y="4656138"/>
                        <a:ext cx="1360488" cy="427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6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153150" y="4659313"/>
          <a:ext cx="34607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28" imgW="114300" imgH="139700" progId="Equation.KSEE3">
                  <p:embed/>
                </p:oleObj>
              </mc:Choice>
              <mc:Fallback>
                <p:oleObj name="" r:id="rId28" imgW="114300" imgH="139700" progId="Equation.KSEE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153150" y="4659313"/>
                        <a:ext cx="346075" cy="423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7" name="对象 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113588" y="4646613"/>
          <a:ext cx="376237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30" imgW="152400" imgH="165100" progId="Equation.KSEE3">
                  <p:embed/>
                </p:oleObj>
              </mc:Choice>
              <mc:Fallback>
                <p:oleObj name="" r:id="rId30" imgW="152400" imgH="165100" progId="Equation.KSEE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113588" y="4646613"/>
                        <a:ext cx="376237" cy="398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" name="对象 2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74675" y="5181600"/>
          <a:ext cx="7366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31" imgW="316865" imgH="177165" progId="Equation.KSEE3">
                  <p:embed/>
                </p:oleObj>
              </mc:Choice>
              <mc:Fallback>
                <p:oleObj name="" r:id="rId31" imgW="316865" imgH="177165" progId="Equation.KSEE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74675" y="5181600"/>
                        <a:ext cx="736600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WPS 演示</Application>
  <PresentationFormat>在屏幕上显示</PresentationFormat>
  <Paragraphs>17</Paragraphs>
  <Slides>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31</vt:i4>
      </vt:variant>
      <vt:variant>
        <vt:lpstr>幻灯片标题</vt:lpstr>
      </vt:variant>
      <vt:variant>
        <vt:i4>4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Arial Unicode MS</vt:lpstr>
      <vt:lpstr>Calibri</vt:lpstr>
      <vt:lpstr>BatangChe</vt:lpstr>
      <vt:lpstr>LaTeX</vt:lpstr>
      <vt:lpstr>默认设计模板</vt:lpstr>
      <vt:lpstr>自定义设计方案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</vt:vector>
  </TitlesOfParts>
  <Company>ECNU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Zhang Jin</dc:creator>
  <cp:lastModifiedBy>Tangerine</cp:lastModifiedBy>
  <cp:revision>8</cp:revision>
  <dcterms:created xsi:type="dcterms:W3CDTF">2011-05-26T04:58:14Z</dcterms:created>
  <dcterms:modified xsi:type="dcterms:W3CDTF">2020-12-15T08:49:33Z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