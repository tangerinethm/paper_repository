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9" r:id="rId5"/>
    <p:sldId id="302" r:id="rId6"/>
    <p:sldId id="307" r:id="rId7"/>
    <p:sldId id="305" r:id="rId8"/>
    <p:sldId id="309" r:id="rId9"/>
    <p:sldId id="311" r:id="rId10"/>
    <p:sldId id="312" r:id="rId11"/>
    <p:sldId id="313" r:id="rId12"/>
    <p:sldId id="316" r:id="rId13"/>
    <p:sldId id="320" r:id="rId14"/>
    <p:sldId id="321" r:id="rId15"/>
    <p:sldId id="314" r:id="rId16"/>
    <p:sldId id="318" r:id="rId17"/>
    <p:sldId id="322" r:id="rId18"/>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默认节" id="{5093ad93-dcc2-4cf9-9d28-2c9434bba596}">
          <p14:sldIdLst>
            <p14:sldId id="256"/>
          </p14:sldIdLst>
        </p14:section>
        <p14:section name="无标题节" id="{8cde16b0-509f-47f1-8b1f-7ae724a96ebc}">
          <p14:sldIdLst>
            <p14:sldId id="259"/>
            <p14:sldId id="307"/>
            <p14:sldId id="302"/>
          </p14:sldIdLst>
        </p14:section>
        <p14:section name="无标题节" id="{f49d7e84-3e8d-4173-861e-4618a02734b6}">
          <p14:sldIdLst>
            <p14:sldId id="305"/>
            <p14:sldId id="309"/>
            <p14:sldId id="311"/>
            <p14:sldId id="312"/>
          </p14:sldIdLst>
        </p14:section>
        <p14:section name="无标题节" id="{27a38070-abb3-4bd0-8514-fa9bdbe65f42}">
          <p14:sldIdLst>
            <p14:sldId id="313"/>
            <p14:sldId id="316"/>
            <p14:sldId id="320"/>
            <p14:sldId id="321"/>
          </p14:sldIdLst>
        </p14:section>
        <p14:section name="无标题节" id="{ca73d111-71ff-431d-8f58-4004273cd2e1}">
          <p14:sldIdLst>
            <p14:sldId id="314"/>
            <p14:sldId id="318"/>
          </p14:sldIdLst>
        </p14:section>
        <p14:section name="无标题节" id="{74b5059f-d011-4568-80fe-75ed591d6686}">
          <p14:sldIdLst>
            <p14:sldId id="32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g855186e73f_0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855186e73f_0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g87442ffb15_0_1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87442ffb15_0_1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例如：智能手机需要经常向智能手表等设备推送通知，并从可穿戴设备中</a:t>
            </a:r>
            <a:r>
              <a:rPr lang="zh-CN"/>
              <a:t>读取与健康相关的传感器数据</a:t>
            </a:r>
            <a:endParaRPr lang="zh-CN"/>
          </a:p>
          <a:p>
            <a:pPr marL="0" lvl="0" indent="0" algn="l" rtl="0">
              <a:spcBef>
                <a:spcPts val="0"/>
              </a:spcBef>
              <a:spcAft>
                <a:spcPts val="0"/>
              </a:spcAft>
              <a:buNone/>
            </a:pPr>
            <a:endParaRPr lang="zh-CN"/>
          </a:p>
          <a:p>
            <a:pPr marL="0" lvl="0" indent="0" algn="l" rtl="0">
              <a:spcBef>
                <a:spcPts val="0"/>
              </a:spcBef>
              <a:spcAft>
                <a:spcPts val="0"/>
              </a:spcAft>
              <a:buNone/>
            </a:pPr>
            <a:r>
              <a:rPr lang="zh-CN"/>
              <a:t>由于涉及到隐私信息，所以我们必须要确保数据的共享是在同一主体之间，防止设备间的通信被敌手监听。</a:t>
            </a:r>
            <a:endParaRPr lang="zh-CN"/>
          </a:p>
          <a:p>
            <a:pPr marL="0" lvl="0" indent="0" algn="l" rtl="0">
              <a:spcBef>
                <a:spcPts val="0"/>
              </a:spcBef>
              <a:spcAft>
                <a:spcPts val="0"/>
              </a:spcAft>
              <a:buNone/>
            </a:pPr>
            <a:endParaRPr lang="zh-CN"/>
          </a:p>
          <a:p>
            <a:pPr marL="0" lvl="0" indent="0" algn="l" rtl="0">
              <a:spcBef>
                <a:spcPts val="0"/>
              </a:spcBef>
              <a:spcAft>
                <a:spcPts val="0"/>
              </a:spcAft>
              <a:buNone/>
            </a:pPr>
            <a:endParaRPr 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ym typeface="+mn-ea"/>
              </a:rPr>
              <a:t>传统的设备配对方案大多依赖于密钥预分配，且有操作不方便，资源受限等问题，并</a:t>
            </a:r>
            <a:r>
              <a:rPr lang="zh-CN">
                <a:sym typeface="+mn-ea"/>
              </a:rPr>
              <a:t>不适合可穿戴设备。</a:t>
            </a:r>
            <a:endParaRPr lang="zh-CN"/>
          </a:p>
          <a:p>
            <a:pPr marL="0" lvl="0" indent="0" algn="l" rtl="0">
              <a:spcBef>
                <a:spcPts val="0"/>
              </a:spcBef>
              <a:spcAft>
                <a:spcPts val="0"/>
              </a:spcAft>
              <a:buNone/>
            </a:pPr>
            <a:endParaRPr lang="zh-CN"/>
          </a:p>
          <a:p>
            <a:pPr marL="0" lvl="0" indent="0" algn="l" rtl="0">
              <a:spcBef>
                <a:spcPts val="0"/>
              </a:spcBef>
              <a:spcAft>
                <a:spcPts val="0"/>
              </a:spcAft>
              <a:buNone/>
            </a:pPr>
            <a:r>
              <a:rPr lang="zh-CN">
                <a:sym typeface="+mn-ea"/>
              </a:rPr>
              <a:t>在本文中，我们设计了一个基于步态共享密钥生成方案，它允许两个合法设备利用用户独有</a:t>
            </a:r>
            <a:r>
              <a:rPr lang="zh-CN">
                <a:sym typeface="+mn-ea"/>
              </a:rPr>
              <a:t>的行走特征(步态)来建立一个公共密钥</a:t>
            </a:r>
            <a:endParaRPr lang="zh-CN">
              <a:sym typeface="+mn-ea"/>
            </a:endParaRPr>
          </a:p>
          <a:p>
            <a:pPr marL="0" lvl="0" indent="0" algn="l" rtl="0">
              <a:spcBef>
                <a:spcPts val="0"/>
              </a:spcBef>
              <a:spcAft>
                <a:spcPts val="0"/>
              </a:spcAft>
              <a:buNone/>
            </a:pPr>
            <a:endParaRPr lang="zh-CN">
              <a:sym typeface="+mn-ea"/>
            </a:endParaRPr>
          </a:p>
          <a:p>
            <a:pPr marL="0" lvl="0" indent="0" algn="l" rtl="0">
              <a:spcBef>
                <a:spcPts val="0"/>
              </a:spcBef>
              <a:spcAft>
                <a:spcPts val="0"/>
              </a:spcAft>
              <a:buNone/>
            </a:pPr>
            <a:endParaRPr lang="zh-CN"/>
          </a:p>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g87442ffb15_0_1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87442ffb15_0_1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b="1"/>
              <a:t>上图是一个基于</a:t>
            </a:r>
            <a:r>
              <a:rPr lang="en-US" altLang="zh-CN" b="1"/>
              <a:t>Gait-KEY</a:t>
            </a:r>
            <a:r>
              <a:rPr lang="zh-CN" b="1"/>
              <a:t>的可穿戴</a:t>
            </a:r>
            <a:r>
              <a:rPr lang="zh-CN" b="1"/>
              <a:t>设备通信的典型用户模型。假设某天早上，用户希望将他的智能手表(Alice)与起搏器(Bob)配对，以读取健康信息。用户在智能手表上启动步态密钥并走几步，然后Alice和Bob在这段时间内利用测量到的步态信号生成一个秘密的对称密钥。然后使用这个密钥对Alice和Bob之间的消息进行加密/解密。</a:t>
            </a:r>
            <a:endParaRPr lang="zh-CN" b="1"/>
          </a:p>
          <a:p>
            <a:pPr marL="0" lvl="0" indent="0" algn="l" rtl="0">
              <a:spcBef>
                <a:spcPts val="0"/>
              </a:spcBef>
              <a:spcAft>
                <a:spcPts val="0"/>
              </a:spcAft>
              <a:buNone/>
            </a:pPr>
            <a:endParaRPr lang="zh-CN" b="1"/>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zh-CN"/>
          </a:p>
          <a:p>
            <a:pPr marL="0" lvl="0" indent="0" algn="l" rtl="0">
              <a:spcBef>
                <a:spcPts val="0"/>
              </a:spcBef>
              <a:spcAft>
                <a:spcPts val="0"/>
              </a:spcAft>
              <a:buNone/>
            </a:pPr>
            <a:endParaRPr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该图显示了Gait-Key的工作流程。Alice想从Bob读取数据。Alice首先向Bob广播一个request请求。在接收到请求后，Bob使用RSP响应进行响应。然后，Alice和Bob都开始收集本地运动传感器数据，并按照图3中所示的步骤进行信号处理、</a:t>
            </a:r>
            <a:r>
              <a:rPr lang="zh-CN"/>
              <a:t>生成共享密钥。最后，该密钥用于加密/解密数据，以确保Alice和Bob之间的通信安全。</a:t>
            </a:r>
            <a:endParaRPr lang="zh-CN"/>
          </a:p>
          <a:p>
            <a:pPr marL="0" lvl="0" indent="0" algn="l" rtl="0">
              <a:spcBef>
                <a:spcPts val="0"/>
              </a:spcBef>
              <a:spcAft>
                <a:spcPts val="0"/>
              </a:spcAft>
              <a:buNone/>
            </a:pPr>
            <a:endParaRPr lang="zh-CN"/>
          </a:p>
          <a:p>
            <a:pPr marL="0" lvl="0" indent="0" algn="l" rtl="0">
              <a:spcBef>
                <a:spcPts val="0"/>
              </a:spcBef>
              <a:spcAft>
                <a:spcPts val="0"/>
              </a:spcAft>
              <a:buNone/>
            </a:pPr>
            <a:endParaRPr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g87442ffb15_0_1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87442ffb15_0_1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b="1"/>
              <a:t>上图是一个基于</a:t>
            </a:r>
            <a:r>
              <a:rPr lang="en-US" altLang="zh-CN" b="1"/>
              <a:t>Gait-KEY</a:t>
            </a:r>
            <a:r>
              <a:rPr lang="zh-CN" b="1"/>
              <a:t>的可穿戴</a:t>
            </a:r>
            <a:r>
              <a:rPr lang="zh-CN" b="1"/>
              <a:t>设备通信的典型用户模型。假设某天早上，用户希望将他的智能手表(Alice)与起搏器(Bob)配对，以读取健康信息。用户在智能手表上启动步态密钥并走几步，然后Alice和Bob在这段时间内利用测量到的步态信号生成一个秘密的对称密钥。然后使用这个密钥对Alice和Bob之间的消息进行加密/解密。</a:t>
            </a:r>
            <a:endParaRPr lang="zh-CN" b="1"/>
          </a:p>
          <a:p>
            <a:pPr marL="0" lvl="0" indent="0" algn="l" rtl="0">
              <a:spcBef>
                <a:spcPts val="0"/>
              </a:spcBef>
              <a:spcAft>
                <a:spcPts val="0"/>
              </a:spcAft>
              <a:buNone/>
            </a:pPr>
            <a:endParaRPr lang="zh-CN" b="1"/>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b="1"/>
              <a:t>上图是一个基于</a:t>
            </a:r>
            <a:r>
              <a:rPr lang="en-US" altLang="zh-CN" b="1"/>
              <a:t>Gait-KEY</a:t>
            </a:r>
            <a:r>
              <a:rPr lang="zh-CN" b="1"/>
              <a:t>的可穿戴</a:t>
            </a:r>
            <a:r>
              <a:rPr lang="zh-CN" b="1"/>
              <a:t>设备通信的典型用户模型。假设某天早上，用户希望将他的智能手表(Alice)与起搏器(Bob)配对，以读取健康信息。用户在智能手表上启动步态密钥并走几步，然后Alice和Bob在这段时间内利用测量到的步态信号生成一个秘密的对称密钥。然后使用这个密钥对Alice和Bob之间的消息进行加密/解密。</a:t>
            </a:r>
            <a:endParaRPr lang="zh-CN" b="1"/>
          </a:p>
          <a:p>
            <a:pPr marL="0" lvl="0" indent="0" algn="l" rtl="0">
              <a:spcBef>
                <a:spcPts val="0"/>
              </a:spcBef>
              <a:spcAft>
                <a:spcPts val="0"/>
              </a:spcAft>
              <a:buNone/>
            </a:pPr>
            <a:endParaRPr lang="zh-CN"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b="1"/>
              <a:t>上图是一个基于</a:t>
            </a:r>
            <a:r>
              <a:rPr lang="en-US" altLang="zh-CN" b="1"/>
              <a:t>Gait-KEY</a:t>
            </a:r>
            <a:r>
              <a:rPr lang="zh-CN" b="1"/>
              <a:t>的可穿戴</a:t>
            </a:r>
            <a:r>
              <a:rPr lang="zh-CN" b="1"/>
              <a:t>设备通信的典型用户模型。假设某天早上，用户希望将他的智能手表(Alice)与起搏器(Bob)配对，以读取健康信息。用户在智能手表上启动步态密钥并走几步，然后Alice和Bob在这段时间内利用测量到的步态信号生成一个秘密的对称密钥。然后使用这个密钥对Alice和Bob之间的消息进行加密/解密。</a:t>
            </a:r>
            <a:endParaRPr lang="zh-CN" b="1"/>
          </a:p>
          <a:p>
            <a:pPr marL="0" lvl="0" indent="0" algn="l" rtl="0">
              <a:spcBef>
                <a:spcPts val="0"/>
              </a:spcBef>
              <a:spcAft>
                <a:spcPts val="0"/>
              </a:spcAft>
              <a:buNone/>
            </a:pPr>
            <a:endParaRPr lang="zh-CN"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g87442ffb15_0_1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87442ffb15_0_1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7837852887_0_2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7837852887_0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b="1"/>
              <a:t>上图是一个基于</a:t>
            </a:r>
            <a:r>
              <a:rPr lang="en-US" altLang="zh-CN" b="1"/>
              <a:t>Gait-KEY</a:t>
            </a:r>
            <a:r>
              <a:rPr lang="zh-CN" b="1"/>
              <a:t>的可穿戴</a:t>
            </a:r>
            <a:r>
              <a:rPr lang="zh-CN" b="1"/>
              <a:t>设备通信的典型用户模型。假设某天早上，用户希望将他的智能手表(Alice)与起搏器(Bob)配对，以读取健康信息。用户在智能手表上启动步态密钥并走几步，然后Alice和Bob在这段时间内利用测量到的步态信号生成一个秘密的对称密钥。然后使用这个密钥对Alice和Bob之间的消息进行加密/解密。</a:t>
            </a:r>
            <a:endParaRPr lang="zh-CN" b="1"/>
          </a:p>
          <a:p>
            <a:pPr marL="0" lvl="0" indent="0" algn="l" rtl="0">
              <a:spcBef>
                <a:spcPts val="0"/>
              </a:spcBef>
              <a:spcAft>
                <a:spcPts val="0"/>
              </a:spcAft>
              <a:buNone/>
            </a:pPr>
            <a:endParaRPr lang="zh-CN"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1"/>
        </a:solidFill>
        <a:effectLst/>
      </p:bgPr>
    </p:bg>
    <p:spTree>
      <p:nvGrpSpPr>
        <p:cNvPr id="8" name="Shape 8"/>
        <p:cNvGrpSpPr/>
        <p:nvPr/>
      </p:nvGrpSpPr>
      <p:grpSpPr>
        <a:xfrm>
          <a:off x="0" y="0"/>
          <a:ext cx="0" cy="0"/>
          <a:chOff x="0" y="0"/>
          <a:chExt cx="0" cy="0"/>
        </a:xfrm>
      </p:grpSpPr>
      <p:sp>
        <p:nvSpPr>
          <p:cNvPr id="9" name="Google Shape;9;p2"/>
          <p:cNvSpPr txBox="1"/>
          <p:nvPr>
            <p:ph type="ctrTitle"/>
          </p:nvPr>
        </p:nvSpPr>
        <p:spPr>
          <a:xfrm>
            <a:off x="1592850" y="2257100"/>
            <a:ext cx="5958300" cy="943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5200"/>
              <a:buNone/>
              <a:defRPr sz="5200">
                <a:solidFill>
                  <a:schemeClr val="lt2"/>
                </a:solidFill>
              </a:defRPr>
            </a:lvl1pPr>
            <a:lvl2pPr lvl="1" algn="ctr">
              <a:spcBef>
                <a:spcPts val="0"/>
              </a:spcBef>
              <a:spcAft>
                <a:spcPts val="0"/>
              </a:spcAft>
              <a:buClr>
                <a:schemeClr val="lt2"/>
              </a:buClr>
              <a:buSzPts val="5200"/>
              <a:buNone/>
              <a:defRPr sz="5200">
                <a:solidFill>
                  <a:schemeClr val="lt2"/>
                </a:solidFill>
              </a:defRPr>
            </a:lvl2pPr>
            <a:lvl3pPr lvl="2" algn="ctr">
              <a:spcBef>
                <a:spcPts val="0"/>
              </a:spcBef>
              <a:spcAft>
                <a:spcPts val="0"/>
              </a:spcAft>
              <a:buClr>
                <a:schemeClr val="lt2"/>
              </a:buClr>
              <a:buSzPts val="5200"/>
              <a:buNone/>
              <a:defRPr sz="5200">
                <a:solidFill>
                  <a:schemeClr val="lt2"/>
                </a:solidFill>
              </a:defRPr>
            </a:lvl3pPr>
            <a:lvl4pPr lvl="3" algn="ctr">
              <a:spcBef>
                <a:spcPts val="0"/>
              </a:spcBef>
              <a:spcAft>
                <a:spcPts val="0"/>
              </a:spcAft>
              <a:buClr>
                <a:schemeClr val="lt2"/>
              </a:buClr>
              <a:buSzPts val="5200"/>
              <a:buNone/>
              <a:defRPr sz="5200">
                <a:solidFill>
                  <a:schemeClr val="lt2"/>
                </a:solidFill>
              </a:defRPr>
            </a:lvl4pPr>
            <a:lvl5pPr lvl="4" algn="ctr">
              <a:spcBef>
                <a:spcPts val="0"/>
              </a:spcBef>
              <a:spcAft>
                <a:spcPts val="0"/>
              </a:spcAft>
              <a:buClr>
                <a:schemeClr val="lt2"/>
              </a:buClr>
              <a:buSzPts val="5200"/>
              <a:buNone/>
              <a:defRPr sz="5200">
                <a:solidFill>
                  <a:schemeClr val="lt2"/>
                </a:solidFill>
              </a:defRPr>
            </a:lvl5pPr>
            <a:lvl6pPr lvl="5" algn="ctr">
              <a:spcBef>
                <a:spcPts val="0"/>
              </a:spcBef>
              <a:spcAft>
                <a:spcPts val="0"/>
              </a:spcAft>
              <a:buClr>
                <a:schemeClr val="lt2"/>
              </a:buClr>
              <a:buSzPts val="5200"/>
              <a:buNone/>
              <a:defRPr sz="5200">
                <a:solidFill>
                  <a:schemeClr val="lt2"/>
                </a:solidFill>
              </a:defRPr>
            </a:lvl6pPr>
            <a:lvl7pPr lvl="6" algn="ctr">
              <a:spcBef>
                <a:spcPts val="0"/>
              </a:spcBef>
              <a:spcAft>
                <a:spcPts val="0"/>
              </a:spcAft>
              <a:buClr>
                <a:schemeClr val="lt2"/>
              </a:buClr>
              <a:buSzPts val="5200"/>
              <a:buNone/>
              <a:defRPr sz="5200">
                <a:solidFill>
                  <a:schemeClr val="lt2"/>
                </a:solidFill>
              </a:defRPr>
            </a:lvl7pPr>
            <a:lvl8pPr lvl="7" algn="ctr">
              <a:spcBef>
                <a:spcPts val="0"/>
              </a:spcBef>
              <a:spcAft>
                <a:spcPts val="0"/>
              </a:spcAft>
              <a:buClr>
                <a:schemeClr val="lt2"/>
              </a:buClr>
              <a:buSzPts val="5200"/>
              <a:buNone/>
              <a:defRPr sz="5200">
                <a:solidFill>
                  <a:schemeClr val="lt2"/>
                </a:solidFill>
              </a:defRPr>
            </a:lvl8pPr>
            <a:lvl9pPr lvl="8" algn="ctr">
              <a:spcBef>
                <a:spcPts val="0"/>
              </a:spcBef>
              <a:spcAft>
                <a:spcPts val="0"/>
              </a:spcAft>
              <a:buClr>
                <a:schemeClr val="lt2"/>
              </a:buClr>
              <a:buSzPts val="5200"/>
              <a:buNone/>
              <a:defRPr sz="5200">
                <a:solidFill>
                  <a:schemeClr val="lt2"/>
                </a:solidFill>
              </a:defRPr>
            </a:lvl9pPr>
          </a:lstStyle>
          <a:p/>
        </p:txBody>
      </p:sp>
      <p:sp>
        <p:nvSpPr>
          <p:cNvPr id="10" name="Google Shape;10;p2"/>
          <p:cNvSpPr txBox="1"/>
          <p:nvPr>
            <p:ph type="subTitle" idx="1"/>
          </p:nvPr>
        </p:nvSpPr>
        <p:spPr>
          <a:xfrm>
            <a:off x="2617650" y="1786700"/>
            <a:ext cx="3908700" cy="470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800"/>
              <a:buFont typeface="Source Sans Pro"/>
              <a:buNone/>
              <a:defRPr>
                <a:latin typeface="Source Sans Pro"/>
                <a:ea typeface="Source Sans Pro"/>
                <a:cs typeface="Source Sans Pro"/>
                <a:sym typeface="Source Sans P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rot="900108">
            <a:off x="7586327"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
          <p:cNvSpPr/>
          <p:nvPr/>
        </p:nvSpPr>
        <p:spPr>
          <a:xfrm>
            <a:off x="0" y="0"/>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lt1"/>
        </a:solidFill>
        <a:effectLst/>
      </p:bgPr>
    </p:bg>
    <p:spTree>
      <p:nvGrpSpPr>
        <p:cNvPr id="13" name="Shape 13"/>
        <p:cNvGrpSpPr/>
        <p:nvPr/>
      </p:nvGrpSpPr>
      <p:grpSpPr>
        <a:xfrm>
          <a:off x="0" y="0"/>
          <a:ext cx="0" cy="0"/>
          <a:chOff x="0" y="0"/>
          <a:chExt cx="0" cy="0"/>
        </a:xfrm>
      </p:grpSpPr>
      <p:sp>
        <p:nvSpPr>
          <p:cNvPr id="14" name="Google Shape;14;p3"/>
          <p:cNvSpPr txBox="1"/>
          <p:nvPr>
            <p:ph type="title" hasCustomPrompt="1"/>
          </p:nvPr>
        </p:nvSpPr>
        <p:spPr>
          <a:xfrm>
            <a:off x="3781075" y="1635450"/>
            <a:ext cx="1714500" cy="973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6000"/>
              <a:buNone/>
              <a:defRPr sz="60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 name="Google Shape;15;p3"/>
          <p:cNvSpPr txBox="1"/>
          <p:nvPr>
            <p:ph type="title" idx="2"/>
          </p:nvPr>
        </p:nvSpPr>
        <p:spPr>
          <a:xfrm>
            <a:off x="2343300" y="2406625"/>
            <a:ext cx="4457700" cy="609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3000"/>
              <a:buNone/>
              <a:defRPr sz="3000">
                <a:solidFill>
                  <a:schemeClr val="lt2"/>
                </a:solidFill>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6" name="Google Shape;16;p3"/>
          <p:cNvSpPr/>
          <p:nvPr/>
        </p:nvSpPr>
        <p:spPr>
          <a:xfrm>
            <a:off x="3515050" y="540000"/>
            <a:ext cx="4908900" cy="227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3"/>
          <p:cNvSpPr/>
          <p:nvPr/>
        </p:nvSpPr>
        <p:spPr>
          <a:xfrm>
            <a:off x="720000" y="4341175"/>
            <a:ext cx="4908900" cy="227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3"/>
          <p:cNvSpPr/>
          <p:nvPr/>
        </p:nvSpPr>
        <p:spPr>
          <a:xfrm>
            <a:off x="0" y="0"/>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3"/>
          <p:cNvSpPr/>
          <p:nvPr/>
        </p:nvSpPr>
        <p:spPr>
          <a:xfrm rot="10800000">
            <a:off x="7603425"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3"/>
          <p:cNvSpPr txBox="1"/>
          <p:nvPr>
            <p:ph type="subTitle" idx="1"/>
          </p:nvPr>
        </p:nvSpPr>
        <p:spPr>
          <a:xfrm>
            <a:off x="2343300" y="2895900"/>
            <a:ext cx="4457700" cy="456000"/>
          </a:xfrm>
          <a:prstGeom prst="rect">
            <a:avLst/>
          </a:prstGeom>
        </p:spPr>
        <p:txBody>
          <a:bodyPr spcFirstLastPara="1" wrap="square" lIns="91425" tIns="91425" rIns="91425" bIns="91425" anchor="t" anchorCtr="0">
            <a:noAutofit/>
          </a:bodyPr>
          <a:lstStyle>
            <a:lvl1pPr lvl="0" algn="ctr">
              <a:spcBef>
                <a:spcPts val="0"/>
              </a:spcBef>
              <a:spcAft>
                <a:spcPts val="0"/>
              </a:spcAft>
              <a:buSzPts val="1800"/>
              <a:buNone/>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bg>
      <p:bgPr>
        <a:solidFill>
          <a:schemeClr val="lt1"/>
        </a:solidFill>
        <a:effectLst/>
      </p:bgPr>
    </p:bg>
    <p:spTree>
      <p:nvGrpSpPr>
        <p:cNvPr id="21" name="Shape 21"/>
        <p:cNvGrpSpPr/>
        <p:nvPr/>
      </p:nvGrpSpPr>
      <p:grpSpPr>
        <a:xfrm>
          <a:off x="0" y="0"/>
          <a:ext cx="0" cy="0"/>
          <a:chOff x="0" y="0"/>
          <a:chExt cx="0" cy="0"/>
        </a:xfrm>
      </p:grpSpPr>
      <p:sp>
        <p:nvSpPr>
          <p:cNvPr id="22" name="Google Shape;22;p4"/>
          <p:cNvSpPr txBox="1"/>
          <p:nvPr>
            <p:ph type="body" idx="1"/>
          </p:nvPr>
        </p:nvSpPr>
        <p:spPr>
          <a:xfrm>
            <a:off x="1192350" y="1286875"/>
            <a:ext cx="6759300" cy="31728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1600"/>
              </a:spcBef>
              <a:spcAft>
                <a:spcPts val="0"/>
              </a:spcAft>
              <a:buSzPts val="1200"/>
              <a:buChar char="○"/>
              <a:defRPr sz="1200"/>
            </a:lvl2pPr>
            <a:lvl3pPr marL="1371600" lvl="2" indent="-304800">
              <a:lnSpc>
                <a:spcPct val="100000"/>
              </a:lnSpc>
              <a:spcBef>
                <a:spcPts val="1600"/>
              </a:spcBef>
              <a:spcAft>
                <a:spcPts val="0"/>
              </a:spcAft>
              <a:buSzPts val="1200"/>
              <a:buChar char="■"/>
              <a:defRPr sz="1200"/>
            </a:lvl3pPr>
            <a:lvl4pPr marL="1828800" lvl="3" indent="-304800">
              <a:lnSpc>
                <a:spcPct val="100000"/>
              </a:lnSpc>
              <a:spcBef>
                <a:spcPts val="1600"/>
              </a:spcBef>
              <a:spcAft>
                <a:spcPts val="0"/>
              </a:spcAft>
              <a:buSzPts val="1200"/>
              <a:buChar char="●"/>
              <a:defRPr sz="1200"/>
            </a:lvl4pPr>
            <a:lvl5pPr marL="2286000" lvl="4" indent="-304800">
              <a:lnSpc>
                <a:spcPct val="100000"/>
              </a:lnSpc>
              <a:spcBef>
                <a:spcPts val="1600"/>
              </a:spcBef>
              <a:spcAft>
                <a:spcPts val="0"/>
              </a:spcAft>
              <a:buSzPts val="1200"/>
              <a:buChar char="○"/>
              <a:defRPr sz="1200"/>
            </a:lvl5pPr>
            <a:lvl6pPr marL="2743200" lvl="5" indent="-304800">
              <a:lnSpc>
                <a:spcPct val="100000"/>
              </a:lnSpc>
              <a:spcBef>
                <a:spcPts val="1600"/>
              </a:spcBef>
              <a:spcAft>
                <a:spcPts val="0"/>
              </a:spcAft>
              <a:buSzPts val="1200"/>
              <a:buChar char="■"/>
              <a:defRPr sz="1200"/>
            </a:lvl6pPr>
            <a:lvl7pPr marL="3200400" lvl="6" indent="-304800">
              <a:lnSpc>
                <a:spcPct val="100000"/>
              </a:lnSpc>
              <a:spcBef>
                <a:spcPts val="1600"/>
              </a:spcBef>
              <a:spcAft>
                <a:spcPts val="0"/>
              </a:spcAft>
              <a:buSzPts val="1200"/>
              <a:buChar char="●"/>
              <a:defRPr sz="1200"/>
            </a:lvl7pPr>
            <a:lvl8pPr marL="3657600" lvl="7" indent="-304800">
              <a:lnSpc>
                <a:spcPct val="100000"/>
              </a:lnSpc>
              <a:spcBef>
                <a:spcPts val="1600"/>
              </a:spcBef>
              <a:spcAft>
                <a:spcPts val="0"/>
              </a:spcAft>
              <a:buSzPts val="1200"/>
              <a:buChar char="○"/>
              <a:defRPr sz="1200"/>
            </a:lvl8pPr>
            <a:lvl9pPr marL="4114800" lvl="8" indent="-304800">
              <a:lnSpc>
                <a:spcPct val="100000"/>
              </a:lnSpc>
              <a:spcBef>
                <a:spcPts val="1600"/>
              </a:spcBef>
              <a:spcAft>
                <a:spcPts val="1600"/>
              </a:spcAft>
              <a:buSzPts val="1200"/>
              <a:buChar char="■"/>
              <a:defRPr sz="1200"/>
            </a:lvl9pPr>
          </a:lstStyle>
          <a:p/>
        </p:txBody>
      </p:sp>
      <p:sp>
        <p:nvSpPr>
          <p:cNvPr id="23" name="Google Shape;23;p4"/>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4"/>
          <p:cNvSpPr txBox="1"/>
          <p:nvPr>
            <p:ph type="title"/>
          </p:nvPr>
        </p:nvSpPr>
        <p:spPr>
          <a:xfrm>
            <a:off x="2410375" y="540000"/>
            <a:ext cx="60135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bg>
      <p:bgPr>
        <a:solidFill>
          <a:schemeClr val="lt1"/>
        </a:solidFill>
        <a:effectLst/>
      </p:bgPr>
    </p:bg>
    <p:spTree>
      <p:nvGrpSpPr>
        <p:cNvPr id="25" name="Shape 25"/>
        <p:cNvGrpSpPr/>
        <p:nvPr/>
      </p:nvGrpSpPr>
      <p:grpSpPr>
        <a:xfrm>
          <a:off x="0" y="0"/>
          <a:ext cx="0" cy="0"/>
          <a:chOff x="0" y="0"/>
          <a:chExt cx="0" cy="0"/>
        </a:xfrm>
      </p:grpSpPr>
      <p:sp>
        <p:nvSpPr>
          <p:cNvPr id="26" name="Google Shape;26;p5"/>
          <p:cNvSpPr txBox="1"/>
          <p:nvPr>
            <p:ph type="title"/>
          </p:nvPr>
        </p:nvSpPr>
        <p:spPr>
          <a:xfrm>
            <a:off x="720000" y="540000"/>
            <a:ext cx="3852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27" name="Google Shape;27;p5"/>
          <p:cNvSpPr txBox="1"/>
          <p:nvPr>
            <p:ph type="subTitle" idx="1"/>
          </p:nvPr>
        </p:nvSpPr>
        <p:spPr>
          <a:xfrm>
            <a:off x="1976600" y="2953650"/>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8" name="Google Shape;28;p5"/>
          <p:cNvSpPr txBox="1"/>
          <p:nvPr>
            <p:ph type="subTitle" idx="2"/>
          </p:nvPr>
        </p:nvSpPr>
        <p:spPr>
          <a:xfrm>
            <a:off x="5748500" y="2953650"/>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9" name="Google Shape;29;p5"/>
          <p:cNvSpPr/>
          <p:nvPr/>
        </p:nvSpPr>
        <p:spPr>
          <a:xfrm>
            <a:off x="4867275" y="540000"/>
            <a:ext cx="3556800" cy="227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5"/>
          <p:cNvSpPr txBox="1"/>
          <p:nvPr>
            <p:ph type="subTitle" idx="3"/>
          </p:nvPr>
        </p:nvSpPr>
        <p:spPr>
          <a:xfrm>
            <a:off x="1976925" y="2636375"/>
            <a:ext cx="22857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1" name="Google Shape;31;p5"/>
          <p:cNvSpPr txBox="1"/>
          <p:nvPr>
            <p:ph type="subTitle" idx="4"/>
          </p:nvPr>
        </p:nvSpPr>
        <p:spPr>
          <a:xfrm>
            <a:off x="5748500" y="2636375"/>
            <a:ext cx="22857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2" name="Google Shape;32;p5"/>
          <p:cNvSpPr/>
          <p:nvPr/>
        </p:nvSpPr>
        <p:spPr>
          <a:xfrm rot="10800000" flipH="1">
            <a:off x="0"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bg>
      <p:bgPr>
        <a:solidFill>
          <a:schemeClr val="lt1"/>
        </a:solidFill>
        <a:effectLst/>
      </p:bgPr>
    </p:bg>
    <p:spTree>
      <p:nvGrpSpPr>
        <p:cNvPr id="33" name="Shape 33"/>
        <p:cNvGrpSpPr/>
        <p:nvPr/>
      </p:nvGrpSpPr>
      <p:grpSpPr>
        <a:xfrm>
          <a:off x="0" y="0"/>
          <a:ext cx="0" cy="0"/>
          <a:chOff x="0" y="0"/>
          <a:chExt cx="0" cy="0"/>
        </a:xfrm>
      </p:grpSpPr>
      <p:sp>
        <p:nvSpPr>
          <p:cNvPr id="34" name="Google Shape;34;p6"/>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6"/>
          <p:cNvSpPr txBox="1"/>
          <p:nvPr>
            <p:ph type="title"/>
          </p:nvPr>
        </p:nvSpPr>
        <p:spPr>
          <a:xfrm>
            <a:off x="3657825" y="540000"/>
            <a:ext cx="47661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36" name="Shape 36"/>
        <p:cNvGrpSpPr/>
        <p:nvPr/>
      </p:nvGrpSpPr>
      <p:grpSpPr>
        <a:xfrm>
          <a:off x="0" y="0"/>
          <a:ext cx="0" cy="0"/>
          <a:chOff x="0" y="0"/>
          <a:chExt cx="0" cy="0"/>
        </a:xfrm>
      </p:grpSpPr>
      <p:sp>
        <p:nvSpPr>
          <p:cNvPr id="37" name="Google Shape;37;p7"/>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7"/>
          <p:cNvSpPr txBox="1"/>
          <p:nvPr>
            <p:ph type="title"/>
          </p:nvPr>
        </p:nvSpPr>
        <p:spPr>
          <a:xfrm>
            <a:off x="3657825" y="540000"/>
            <a:ext cx="47661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7"/>
          <p:cNvSpPr txBox="1"/>
          <p:nvPr>
            <p:ph type="subTitle" idx="1"/>
          </p:nvPr>
        </p:nvSpPr>
        <p:spPr>
          <a:xfrm>
            <a:off x="4278250" y="1258300"/>
            <a:ext cx="4145700" cy="727800"/>
          </a:xfrm>
          <a:prstGeom prst="rect">
            <a:avLst/>
          </a:prstGeom>
        </p:spPr>
        <p:txBody>
          <a:bodyPr spcFirstLastPara="1" wrap="square" lIns="91425" tIns="91425" rIns="91425" bIns="91425" anchor="t" anchorCtr="0">
            <a:noAutofit/>
          </a:bodyPr>
          <a:lstStyle>
            <a:lvl1pPr lvl="0" algn="r">
              <a:spcBef>
                <a:spcPts val="0"/>
              </a:spcBef>
              <a:spcAft>
                <a:spcPts val="0"/>
              </a:spcAft>
              <a:buNone/>
              <a:defRPr/>
            </a:lvl1pPr>
            <a:lvl2pPr lvl="1" algn="r">
              <a:spcBef>
                <a:spcPts val="1600"/>
              </a:spcBef>
              <a:spcAft>
                <a:spcPts val="0"/>
              </a:spcAft>
              <a:buNone/>
              <a:defRPr/>
            </a:lvl2pPr>
            <a:lvl3pPr lvl="2" algn="r">
              <a:spcBef>
                <a:spcPts val="1600"/>
              </a:spcBef>
              <a:spcAft>
                <a:spcPts val="0"/>
              </a:spcAft>
              <a:buNone/>
              <a:defRPr/>
            </a:lvl3pPr>
            <a:lvl4pPr lvl="3" algn="r">
              <a:spcBef>
                <a:spcPts val="1600"/>
              </a:spcBef>
              <a:spcAft>
                <a:spcPts val="0"/>
              </a:spcAft>
              <a:buNone/>
              <a:defRPr/>
            </a:lvl4pPr>
            <a:lvl5pPr lvl="4" algn="r">
              <a:spcBef>
                <a:spcPts val="1600"/>
              </a:spcBef>
              <a:spcAft>
                <a:spcPts val="0"/>
              </a:spcAft>
              <a:buNone/>
              <a:defRPr/>
            </a:lvl5pPr>
            <a:lvl6pPr lvl="5" algn="r">
              <a:spcBef>
                <a:spcPts val="1600"/>
              </a:spcBef>
              <a:spcAft>
                <a:spcPts val="0"/>
              </a:spcAft>
              <a:buNone/>
              <a:defRPr/>
            </a:lvl6pPr>
            <a:lvl7pPr lvl="6" algn="r">
              <a:spcBef>
                <a:spcPts val="1600"/>
              </a:spcBef>
              <a:spcAft>
                <a:spcPts val="0"/>
              </a:spcAft>
              <a:buNone/>
              <a:defRPr/>
            </a:lvl7pPr>
            <a:lvl8pPr lvl="7" algn="r">
              <a:spcBef>
                <a:spcPts val="1600"/>
              </a:spcBef>
              <a:spcAft>
                <a:spcPts val="0"/>
              </a:spcAft>
              <a:buNone/>
              <a:defRPr/>
            </a:lvl8pPr>
            <a:lvl9pPr lvl="8" algn="r">
              <a:spcBef>
                <a:spcPts val="1600"/>
              </a:spcBef>
              <a:spcAft>
                <a:spcPts val="160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40" name="Shape 40"/>
        <p:cNvGrpSpPr/>
        <p:nvPr/>
      </p:nvGrpSpPr>
      <p:grpSpPr>
        <a:xfrm>
          <a:off x="0" y="0"/>
          <a:ext cx="0" cy="0"/>
          <a:chOff x="0" y="0"/>
          <a:chExt cx="0" cy="0"/>
        </a:xfrm>
      </p:grpSpPr>
      <p:sp>
        <p:nvSpPr>
          <p:cNvPr id="41" name="Google Shape;41;p8"/>
          <p:cNvSpPr txBox="1"/>
          <p:nvPr>
            <p:ph type="ctrTitle"/>
          </p:nvPr>
        </p:nvSpPr>
        <p:spPr>
          <a:xfrm>
            <a:off x="1566750" y="1538250"/>
            <a:ext cx="6010500" cy="2067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6000"/>
              <a:buNone/>
              <a:defRPr sz="6000">
                <a:solidFill>
                  <a:schemeClr val="lt2"/>
                </a:solidFill>
              </a:defRPr>
            </a:lvl1pPr>
            <a:lvl2pPr lvl="1" algn="ctr" rtl="0">
              <a:spcBef>
                <a:spcPts val="0"/>
              </a:spcBef>
              <a:spcAft>
                <a:spcPts val="0"/>
              </a:spcAft>
              <a:buClr>
                <a:schemeClr val="lt2"/>
              </a:buClr>
              <a:buSzPts val="5200"/>
              <a:buNone/>
              <a:defRPr sz="5200">
                <a:solidFill>
                  <a:schemeClr val="lt2"/>
                </a:solidFill>
              </a:defRPr>
            </a:lvl2pPr>
            <a:lvl3pPr lvl="2" algn="ctr" rtl="0">
              <a:spcBef>
                <a:spcPts val="0"/>
              </a:spcBef>
              <a:spcAft>
                <a:spcPts val="0"/>
              </a:spcAft>
              <a:buClr>
                <a:schemeClr val="lt2"/>
              </a:buClr>
              <a:buSzPts val="5200"/>
              <a:buNone/>
              <a:defRPr sz="5200">
                <a:solidFill>
                  <a:schemeClr val="lt2"/>
                </a:solidFill>
              </a:defRPr>
            </a:lvl3pPr>
            <a:lvl4pPr lvl="3" algn="ctr" rtl="0">
              <a:spcBef>
                <a:spcPts val="0"/>
              </a:spcBef>
              <a:spcAft>
                <a:spcPts val="0"/>
              </a:spcAft>
              <a:buClr>
                <a:schemeClr val="lt2"/>
              </a:buClr>
              <a:buSzPts val="5200"/>
              <a:buNone/>
              <a:defRPr sz="5200">
                <a:solidFill>
                  <a:schemeClr val="lt2"/>
                </a:solidFill>
              </a:defRPr>
            </a:lvl4pPr>
            <a:lvl5pPr lvl="4" algn="ctr" rtl="0">
              <a:spcBef>
                <a:spcPts val="0"/>
              </a:spcBef>
              <a:spcAft>
                <a:spcPts val="0"/>
              </a:spcAft>
              <a:buClr>
                <a:schemeClr val="lt2"/>
              </a:buClr>
              <a:buSzPts val="5200"/>
              <a:buNone/>
              <a:defRPr sz="5200">
                <a:solidFill>
                  <a:schemeClr val="lt2"/>
                </a:solidFill>
              </a:defRPr>
            </a:lvl5pPr>
            <a:lvl6pPr lvl="5" algn="ctr" rtl="0">
              <a:spcBef>
                <a:spcPts val="0"/>
              </a:spcBef>
              <a:spcAft>
                <a:spcPts val="0"/>
              </a:spcAft>
              <a:buClr>
                <a:schemeClr val="lt2"/>
              </a:buClr>
              <a:buSzPts val="5200"/>
              <a:buNone/>
              <a:defRPr sz="5200">
                <a:solidFill>
                  <a:schemeClr val="lt2"/>
                </a:solidFill>
              </a:defRPr>
            </a:lvl6pPr>
            <a:lvl7pPr lvl="6" algn="ctr" rtl="0">
              <a:spcBef>
                <a:spcPts val="0"/>
              </a:spcBef>
              <a:spcAft>
                <a:spcPts val="0"/>
              </a:spcAft>
              <a:buClr>
                <a:schemeClr val="lt2"/>
              </a:buClr>
              <a:buSzPts val="5200"/>
              <a:buNone/>
              <a:defRPr sz="5200">
                <a:solidFill>
                  <a:schemeClr val="lt2"/>
                </a:solidFill>
              </a:defRPr>
            </a:lvl7pPr>
            <a:lvl8pPr lvl="7" algn="ctr" rtl="0">
              <a:spcBef>
                <a:spcPts val="0"/>
              </a:spcBef>
              <a:spcAft>
                <a:spcPts val="0"/>
              </a:spcAft>
              <a:buClr>
                <a:schemeClr val="lt2"/>
              </a:buClr>
              <a:buSzPts val="5200"/>
              <a:buNone/>
              <a:defRPr sz="5200">
                <a:solidFill>
                  <a:schemeClr val="lt2"/>
                </a:solidFill>
              </a:defRPr>
            </a:lvl8pPr>
            <a:lvl9pPr lvl="8" algn="ctr" rtl="0">
              <a:spcBef>
                <a:spcPts val="0"/>
              </a:spcBef>
              <a:spcAft>
                <a:spcPts val="0"/>
              </a:spcAft>
              <a:buClr>
                <a:schemeClr val="lt2"/>
              </a:buClr>
              <a:buSzPts val="5200"/>
              <a:buNone/>
              <a:defRPr sz="5200">
                <a:solidFill>
                  <a:schemeClr val="lt2"/>
                </a:solidFill>
              </a:defRPr>
            </a:lvl9pPr>
          </a:lstStyle>
          <a:p/>
        </p:txBody>
      </p:sp>
      <p:sp>
        <p:nvSpPr>
          <p:cNvPr id="42" name="Google Shape;42;p8"/>
          <p:cNvSpPr/>
          <p:nvPr/>
        </p:nvSpPr>
        <p:spPr>
          <a:xfrm flipH="1">
            <a:off x="720062" y="540000"/>
            <a:ext cx="4908900" cy="227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43;p8"/>
          <p:cNvSpPr/>
          <p:nvPr/>
        </p:nvSpPr>
        <p:spPr>
          <a:xfrm flipH="1">
            <a:off x="3515112" y="4341175"/>
            <a:ext cx="4908900" cy="227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8"/>
          <p:cNvSpPr/>
          <p:nvPr/>
        </p:nvSpPr>
        <p:spPr>
          <a:xfrm rot="9387396" flipH="1">
            <a:off x="7503726"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45;p8"/>
          <p:cNvSpPr/>
          <p:nvPr/>
        </p:nvSpPr>
        <p:spPr>
          <a:xfrm rot="-900108" flipH="1">
            <a:off x="-152805"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46" name="Shape 46"/>
        <p:cNvGrpSpPr/>
        <p:nvPr/>
      </p:nvGrpSpPr>
      <p:grpSpPr>
        <a:xfrm>
          <a:off x="0" y="0"/>
          <a:ext cx="0" cy="0"/>
          <a:chOff x="0" y="0"/>
          <a:chExt cx="0" cy="0"/>
        </a:xfrm>
      </p:grpSpPr>
      <p:sp>
        <p:nvSpPr>
          <p:cNvPr id="47" name="Google Shape;47;p9"/>
          <p:cNvSpPr txBox="1"/>
          <p:nvPr>
            <p:ph type="body" idx="1"/>
          </p:nvPr>
        </p:nvSpPr>
        <p:spPr>
          <a:xfrm>
            <a:off x="4312575" y="1188025"/>
            <a:ext cx="3790500" cy="32313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48" name="Google Shape;48;p9"/>
          <p:cNvSpPr/>
          <p:nvPr/>
        </p:nvSpPr>
        <p:spPr>
          <a:xfrm>
            <a:off x="3515050" y="540000"/>
            <a:ext cx="4908900" cy="227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49;p9"/>
          <p:cNvSpPr/>
          <p:nvPr/>
        </p:nvSpPr>
        <p:spPr>
          <a:xfrm rot="-900108" flipH="1">
            <a:off x="-152805"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50;p9"/>
          <p:cNvSpPr txBox="1"/>
          <p:nvPr>
            <p:ph type="title"/>
          </p:nvPr>
        </p:nvSpPr>
        <p:spPr>
          <a:xfrm>
            <a:off x="720000" y="540000"/>
            <a:ext cx="2992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51" name="Google Shape;51;p9"/>
          <p:cNvSpPr txBox="1"/>
          <p:nvPr>
            <p:ph type="subTitle" idx="2"/>
          </p:nvPr>
        </p:nvSpPr>
        <p:spPr>
          <a:xfrm>
            <a:off x="720000" y="1479450"/>
            <a:ext cx="29922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solidFill>
                  <a:schemeClr val="accent1"/>
                </a:solidFill>
              </a:defRPr>
            </a:lvl1pPr>
            <a:lvl2pPr lvl="1" rtl="0">
              <a:spcBef>
                <a:spcPts val="1600"/>
              </a:spcBef>
              <a:spcAft>
                <a:spcPts val="0"/>
              </a:spcAft>
              <a:buNone/>
              <a:defRPr>
                <a:solidFill>
                  <a:schemeClr val="accent1"/>
                </a:solidFill>
              </a:defRPr>
            </a:lvl2pPr>
            <a:lvl3pPr lvl="2" rtl="0">
              <a:spcBef>
                <a:spcPts val="1600"/>
              </a:spcBef>
              <a:spcAft>
                <a:spcPts val="0"/>
              </a:spcAft>
              <a:buNone/>
              <a:defRPr>
                <a:solidFill>
                  <a:schemeClr val="accent1"/>
                </a:solidFill>
              </a:defRPr>
            </a:lvl3pPr>
            <a:lvl4pPr lvl="3" rtl="0">
              <a:spcBef>
                <a:spcPts val="1600"/>
              </a:spcBef>
              <a:spcAft>
                <a:spcPts val="0"/>
              </a:spcAft>
              <a:buNone/>
              <a:defRPr>
                <a:solidFill>
                  <a:schemeClr val="accent1"/>
                </a:solidFill>
              </a:defRPr>
            </a:lvl4pPr>
            <a:lvl5pPr lvl="4" rtl="0">
              <a:spcBef>
                <a:spcPts val="1600"/>
              </a:spcBef>
              <a:spcAft>
                <a:spcPts val="0"/>
              </a:spcAft>
              <a:buNone/>
              <a:defRPr>
                <a:solidFill>
                  <a:schemeClr val="accent1"/>
                </a:solidFill>
              </a:defRPr>
            </a:lvl5pPr>
            <a:lvl6pPr lvl="5" rtl="0">
              <a:spcBef>
                <a:spcPts val="1600"/>
              </a:spcBef>
              <a:spcAft>
                <a:spcPts val="0"/>
              </a:spcAft>
              <a:buNone/>
              <a:defRPr>
                <a:solidFill>
                  <a:schemeClr val="accent1"/>
                </a:solidFill>
              </a:defRPr>
            </a:lvl6pPr>
            <a:lvl7pPr lvl="6" rtl="0">
              <a:spcBef>
                <a:spcPts val="1600"/>
              </a:spcBef>
              <a:spcAft>
                <a:spcPts val="0"/>
              </a:spcAft>
              <a:buNone/>
              <a:defRPr>
                <a:solidFill>
                  <a:schemeClr val="accent1"/>
                </a:solidFill>
              </a:defRPr>
            </a:lvl7pPr>
            <a:lvl8pPr lvl="7" rtl="0">
              <a:spcBef>
                <a:spcPts val="1600"/>
              </a:spcBef>
              <a:spcAft>
                <a:spcPts val="0"/>
              </a:spcAft>
              <a:buNone/>
              <a:defRPr>
                <a:solidFill>
                  <a:schemeClr val="accent1"/>
                </a:solidFill>
              </a:defRPr>
            </a:lvl8pPr>
            <a:lvl9pPr lvl="8" rtl="0">
              <a:spcBef>
                <a:spcPts val="1600"/>
              </a:spcBef>
              <a:spcAft>
                <a:spcPts val="1600"/>
              </a:spcAft>
              <a:buNone/>
              <a:defRPr>
                <a:solidFill>
                  <a:schemeClr val="accen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lt1"/>
        </a:solidFill>
        <a:effectLst/>
      </p:bgPr>
    </p:bg>
    <p:spTree>
      <p:nvGrpSpPr>
        <p:cNvPr id="52" name="Shape 52"/>
        <p:cNvGrpSpPr/>
        <p:nvPr/>
      </p:nvGrpSpPr>
      <p:grpSpPr>
        <a:xfrm>
          <a:off x="0" y="0"/>
          <a:ext cx="0" cy="0"/>
          <a:chOff x="0" y="0"/>
          <a:chExt cx="0" cy="0"/>
        </a:xfrm>
      </p:grpSpPr>
      <p:sp>
        <p:nvSpPr>
          <p:cNvPr id="53" name="Google Shape;53;p10"/>
          <p:cNvSpPr txBox="1"/>
          <p:nvPr>
            <p:ph type="subTitle" idx="1"/>
          </p:nvPr>
        </p:nvSpPr>
        <p:spPr>
          <a:xfrm>
            <a:off x="2206250" y="1877517"/>
            <a:ext cx="4737300" cy="1182000"/>
          </a:xfrm>
          <a:prstGeom prst="rect">
            <a:avLst/>
          </a:prstGeom>
        </p:spPr>
        <p:txBody>
          <a:bodyPr spcFirstLastPara="1" wrap="square" lIns="91425" tIns="91425" rIns="91425" bIns="91425" anchor="t" anchorCtr="0">
            <a:noAutofit/>
          </a:bodyPr>
          <a:lstStyle>
            <a:lvl1pPr lvl="0" algn="ctr">
              <a:spcBef>
                <a:spcPts val="0"/>
              </a:spcBef>
              <a:spcAft>
                <a:spcPts val="0"/>
              </a:spcAft>
              <a:buSzPts val="2200"/>
              <a:buNone/>
              <a:defRPr sz="2200"/>
            </a:lvl1pPr>
            <a:lvl2pPr lvl="1">
              <a:spcBef>
                <a:spcPts val="1600"/>
              </a:spcBef>
              <a:spcAft>
                <a:spcPts val="0"/>
              </a:spcAft>
              <a:buSzPts val="2200"/>
              <a:buNone/>
              <a:defRPr sz="2200"/>
            </a:lvl2pPr>
            <a:lvl3pPr lvl="2">
              <a:spcBef>
                <a:spcPts val="1600"/>
              </a:spcBef>
              <a:spcAft>
                <a:spcPts val="0"/>
              </a:spcAft>
              <a:buSzPts val="2200"/>
              <a:buNone/>
              <a:defRPr sz="2200"/>
            </a:lvl3pPr>
            <a:lvl4pPr lvl="3">
              <a:spcBef>
                <a:spcPts val="1600"/>
              </a:spcBef>
              <a:spcAft>
                <a:spcPts val="0"/>
              </a:spcAft>
              <a:buSzPts val="2200"/>
              <a:buNone/>
              <a:defRPr sz="2200"/>
            </a:lvl4pPr>
            <a:lvl5pPr lvl="4">
              <a:spcBef>
                <a:spcPts val="1600"/>
              </a:spcBef>
              <a:spcAft>
                <a:spcPts val="0"/>
              </a:spcAft>
              <a:buSzPts val="2200"/>
              <a:buNone/>
              <a:defRPr sz="2200"/>
            </a:lvl5pPr>
            <a:lvl6pPr lvl="5">
              <a:spcBef>
                <a:spcPts val="1600"/>
              </a:spcBef>
              <a:spcAft>
                <a:spcPts val="0"/>
              </a:spcAft>
              <a:buSzPts val="2200"/>
              <a:buNone/>
              <a:defRPr sz="2200"/>
            </a:lvl6pPr>
            <a:lvl7pPr lvl="6">
              <a:spcBef>
                <a:spcPts val="1600"/>
              </a:spcBef>
              <a:spcAft>
                <a:spcPts val="0"/>
              </a:spcAft>
              <a:buSzPts val="2200"/>
              <a:buNone/>
              <a:defRPr sz="2200"/>
            </a:lvl7pPr>
            <a:lvl8pPr lvl="7">
              <a:spcBef>
                <a:spcPts val="1600"/>
              </a:spcBef>
              <a:spcAft>
                <a:spcPts val="0"/>
              </a:spcAft>
              <a:buSzPts val="2200"/>
              <a:buNone/>
              <a:defRPr sz="2200"/>
            </a:lvl8pPr>
            <a:lvl9pPr lvl="8">
              <a:spcBef>
                <a:spcPts val="1600"/>
              </a:spcBef>
              <a:spcAft>
                <a:spcPts val="1600"/>
              </a:spcAft>
              <a:buSzPts val="2200"/>
              <a:buNone/>
              <a:defRPr sz="2200"/>
            </a:lvl9pPr>
          </a:lstStyle>
          <a:p/>
        </p:txBody>
      </p:sp>
      <p:sp>
        <p:nvSpPr>
          <p:cNvPr id="54" name="Google Shape;54;p10"/>
          <p:cNvSpPr txBox="1"/>
          <p:nvPr>
            <p:ph type="title"/>
          </p:nvPr>
        </p:nvSpPr>
        <p:spPr>
          <a:xfrm>
            <a:off x="3003125" y="3059517"/>
            <a:ext cx="3142800" cy="327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1"/>
              </a:buClr>
              <a:buSzPts val="1800"/>
              <a:buNone/>
              <a:defRPr sz="1800">
                <a:solidFill>
                  <a:schemeClr val="accent1"/>
                </a:solidFill>
              </a:defRPr>
            </a:lvl1pPr>
            <a:lvl2pPr lvl="1">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2pPr>
            <a:lvl3pPr lvl="2">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3pPr>
            <a:lvl4pPr lvl="3">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4pPr>
            <a:lvl5pPr lvl="4">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5pPr>
            <a:lvl6pPr lvl="5">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6pPr>
            <a:lvl7pPr lvl="6">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7pPr>
            <a:lvl8pPr lvl="7">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8pPr>
            <a:lvl9pPr lvl="8">
              <a:spcBef>
                <a:spcPts val="0"/>
              </a:spcBef>
              <a:spcAft>
                <a:spcPts val="0"/>
              </a:spcAft>
              <a:buClr>
                <a:schemeClr val="accent1"/>
              </a:buClr>
              <a:buSzPts val="2800"/>
              <a:buNone/>
              <a:defRPr>
                <a:solidFill>
                  <a:schemeClr val="accent1"/>
                </a:solidFill>
                <a:latin typeface="Source Sans Pro"/>
                <a:ea typeface="Source Sans Pro"/>
                <a:cs typeface="Source Sans Pro"/>
                <a:sym typeface="Source Sans Pro"/>
              </a:defRPr>
            </a:lvl9pPr>
          </a:lstStyle>
          <a:p/>
        </p:txBody>
      </p:sp>
      <p:sp>
        <p:nvSpPr>
          <p:cNvPr id="55" name="Google Shape;55;p10"/>
          <p:cNvSpPr/>
          <p:nvPr/>
        </p:nvSpPr>
        <p:spPr>
          <a:xfrm rot="9387396" flipH="1">
            <a:off x="7503726"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10"/>
          <p:cNvSpPr/>
          <p:nvPr/>
        </p:nvSpPr>
        <p:spPr>
          <a:xfrm rot="-900108" flipH="1">
            <a:off x="-152805"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1"/>
        </a:solidFill>
        <a:effectLst/>
      </p:bgPr>
    </p:bg>
    <p:spTree>
      <p:nvGrpSpPr>
        <p:cNvPr id="57" name="Shape 57"/>
        <p:cNvGrpSpPr/>
        <p:nvPr/>
      </p:nvGrpSpPr>
      <p:grpSpPr>
        <a:xfrm>
          <a:off x="0" y="0"/>
          <a:ext cx="0" cy="0"/>
          <a:chOff x="0" y="0"/>
          <a:chExt cx="0" cy="0"/>
        </a:xfrm>
      </p:grpSpPr>
      <p:sp>
        <p:nvSpPr>
          <p:cNvPr id="58" name="Google Shape;58;p11"/>
          <p:cNvSpPr txBox="1"/>
          <p:nvPr>
            <p:ph type="title" hasCustomPrompt="1"/>
          </p:nvPr>
        </p:nvSpPr>
        <p:spPr>
          <a:xfrm>
            <a:off x="1693500" y="1924050"/>
            <a:ext cx="5757000" cy="1069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1"/>
              </a:buClr>
              <a:buSzPts val="7200"/>
              <a:buNone/>
              <a:defRPr sz="72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p:nvPr/>
        </p:nvSpPr>
        <p:spPr>
          <a:xfrm flipH="1">
            <a:off x="7603425" y="0"/>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60;p11"/>
          <p:cNvSpPr/>
          <p:nvPr/>
        </p:nvSpPr>
        <p:spPr>
          <a:xfrm rot="10800000" flipH="1">
            <a:off x="0"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11"/>
          <p:cNvSpPr txBox="1"/>
          <p:nvPr>
            <p:ph type="subTitle" idx="1"/>
          </p:nvPr>
        </p:nvSpPr>
        <p:spPr>
          <a:xfrm>
            <a:off x="1697400" y="2847975"/>
            <a:ext cx="5757000" cy="450300"/>
          </a:xfrm>
          <a:prstGeom prst="rect">
            <a:avLst/>
          </a:prstGeom>
        </p:spPr>
        <p:txBody>
          <a:bodyPr spcFirstLastPara="1" wrap="square" lIns="91425" tIns="91425" rIns="91425" bIns="91425" anchor="t" anchorCtr="0">
            <a:noAutofit/>
          </a:bodyPr>
          <a:lstStyle>
            <a:lvl1pPr lvl="0" algn="ctr">
              <a:spcBef>
                <a:spcPts val="0"/>
              </a:spcBef>
              <a:spcAft>
                <a:spcPts val="0"/>
              </a:spcAft>
              <a:buSzPts val="1800"/>
              <a:buNone/>
              <a:defRPr/>
            </a:lvl1pPr>
            <a:lvl2pPr lvl="1" algn="ctr">
              <a:spcBef>
                <a:spcPts val="1600"/>
              </a:spcBef>
              <a:spcAft>
                <a:spcPts val="0"/>
              </a:spcAft>
              <a:buSzPts val="1400"/>
              <a:buNone/>
              <a:defRPr/>
            </a:lvl2pPr>
            <a:lvl3pPr lvl="2" algn="ctr">
              <a:spcBef>
                <a:spcPts val="1600"/>
              </a:spcBef>
              <a:spcAft>
                <a:spcPts val="0"/>
              </a:spcAft>
              <a:buSzPts val="1400"/>
              <a:buNone/>
              <a:defRPr/>
            </a:lvl3pPr>
            <a:lvl4pPr lvl="3" algn="ctr">
              <a:spcBef>
                <a:spcPts val="1600"/>
              </a:spcBef>
              <a:spcAft>
                <a:spcPts val="0"/>
              </a:spcAft>
              <a:buSzPts val="1400"/>
              <a:buNone/>
              <a:defRPr/>
            </a:lvl4pPr>
            <a:lvl5pPr lvl="4" algn="ctr">
              <a:spcBef>
                <a:spcPts val="1600"/>
              </a:spcBef>
              <a:spcAft>
                <a:spcPts val="0"/>
              </a:spcAft>
              <a:buSzPts val="1400"/>
              <a:buNone/>
              <a:defRPr/>
            </a:lvl5pPr>
            <a:lvl6pPr lvl="5" algn="ctr">
              <a:spcBef>
                <a:spcPts val="1600"/>
              </a:spcBef>
              <a:spcAft>
                <a:spcPts val="0"/>
              </a:spcAft>
              <a:buSzPts val="1400"/>
              <a:buNone/>
              <a:defRPr/>
            </a:lvl6pPr>
            <a:lvl7pPr lvl="6" algn="ctr">
              <a:spcBef>
                <a:spcPts val="1600"/>
              </a:spcBef>
              <a:spcAft>
                <a:spcPts val="0"/>
              </a:spcAft>
              <a:buSzPts val="1400"/>
              <a:buNone/>
              <a:defRPr/>
            </a:lvl7pPr>
            <a:lvl8pPr lvl="7" algn="ctr">
              <a:spcBef>
                <a:spcPts val="1600"/>
              </a:spcBef>
              <a:spcAft>
                <a:spcPts val="0"/>
              </a:spcAft>
              <a:buSzPts val="1400"/>
              <a:buNone/>
              <a:defRPr/>
            </a:lvl8pPr>
            <a:lvl9pPr lvl="8" algn="ctr">
              <a:spcBef>
                <a:spcPts val="1600"/>
              </a:spcBef>
              <a:spcAft>
                <a:spcPts val="1600"/>
              </a:spcAft>
              <a:buSzPts val="1400"/>
              <a:buNone/>
              <a:defRPr/>
            </a:lvl9pPr>
          </a:lstStyle>
          <a:p/>
        </p:txBody>
      </p:sp>
      <p:sp>
        <p:nvSpPr>
          <p:cNvPr id="62" name="Google Shape;62;p11"/>
          <p:cNvSpPr/>
          <p:nvPr/>
        </p:nvSpPr>
        <p:spPr>
          <a:xfrm flipH="1">
            <a:off x="720062" y="540000"/>
            <a:ext cx="4908900" cy="227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11"/>
          <p:cNvSpPr/>
          <p:nvPr/>
        </p:nvSpPr>
        <p:spPr>
          <a:xfrm flipH="1">
            <a:off x="3515112" y="4341175"/>
            <a:ext cx="4908900" cy="227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chemeClr val="lt1"/>
        </a:solidFill>
        <a:effectLst/>
      </p:bgPr>
    </p:bg>
    <p:spTree>
      <p:nvGrpSpPr>
        <p:cNvPr id="64" name="Shape 6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ullet point">
  <p:cSld name="BLANK_2">
    <p:bg>
      <p:bgPr>
        <a:solidFill>
          <a:schemeClr val="lt1"/>
        </a:solidFill>
        <a:effectLst/>
      </p:bgPr>
    </p:bg>
    <p:spTree>
      <p:nvGrpSpPr>
        <p:cNvPr id="65" name="Shape 65"/>
        <p:cNvGrpSpPr/>
        <p:nvPr/>
      </p:nvGrpSpPr>
      <p:grpSpPr>
        <a:xfrm>
          <a:off x="0" y="0"/>
          <a:ext cx="0" cy="0"/>
          <a:chOff x="0" y="0"/>
          <a:chExt cx="0" cy="0"/>
        </a:xfrm>
      </p:grpSpPr>
      <p:sp>
        <p:nvSpPr>
          <p:cNvPr id="66" name="Google Shape;66;p13"/>
          <p:cNvSpPr/>
          <p:nvPr/>
        </p:nvSpPr>
        <p:spPr>
          <a:xfrm rot="10800000">
            <a:off x="7603425"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13"/>
          <p:cNvSpPr txBox="1"/>
          <p:nvPr>
            <p:ph type="title"/>
          </p:nvPr>
        </p:nvSpPr>
        <p:spPr>
          <a:xfrm>
            <a:off x="4572000" y="540000"/>
            <a:ext cx="3852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type="subTitle" idx="1"/>
          </p:nvPr>
        </p:nvSpPr>
        <p:spPr>
          <a:xfrm>
            <a:off x="4830800" y="1564700"/>
            <a:ext cx="3436800" cy="24177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400"/>
              <a:buFont typeface="Arial" panose="020B0604020202020204"/>
              <a:buAutoNum type="arabicPeriod"/>
              <a:defRPr sz="1600"/>
            </a:lvl1pPr>
            <a:lvl2pPr lvl="1">
              <a:spcBef>
                <a:spcPts val="1600"/>
              </a:spcBef>
              <a:spcAft>
                <a:spcPts val="0"/>
              </a:spcAft>
              <a:buClr>
                <a:schemeClr val="dk1"/>
              </a:buClr>
              <a:buSzPts val="1400"/>
              <a:buFont typeface="Arial" panose="020B0604020202020204"/>
              <a:buAutoNum type="alphaLcPeriod"/>
              <a:defRPr/>
            </a:lvl2pPr>
            <a:lvl3pPr lvl="2">
              <a:spcBef>
                <a:spcPts val="1600"/>
              </a:spcBef>
              <a:spcAft>
                <a:spcPts val="0"/>
              </a:spcAft>
              <a:buClr>
                <a:schemeClr val="dk1"/>
              </a:buClr>
              <a:buSzPts val="1400"/>
              <a:buFont typeface="Arial" panose="020B0604020202020204"/>
              <a:buAutoNum type="romanLcPeriod"/>
              <a:defRPr/>
            </a:lvl3pPr>
            <a:lvl4pPr lvl="3">
              <a:spcBef>
                <a:spcPts val="1600"/>
              </a:spcBef>
              <a:spcAft>
                <a:spcPts val="0"/>
              </a:spcAft>
              <a:buClr>
                <a:schemeClr val="dk1"/>
              </a:buClr>
              <a:buSzPts val="1400"/>
              <a:buFont typeface="Arial" panose="020B0604020202020204"/>
              <a:buAutoNum type="arabicPeriod"/>
              <a:defRPr/>
            </a:lvl4pPr>
            <a:lvl5pPr lvl="4">
              <a:spcBef>
                <a:spcPts val="1600"/>
              </a:spcBef>
              <a:spcAft>
                <a:spcPts val="0"/>
              </a:spcAft>
              <a:buClr>
                <a:schemeClr val="dk1"/>
              </a:buClr>
              <a:buSzPts val="1400"/>
              <a:buFont typeface="Arial" panose="020B0604020202020204"/>
              <a:buAutoNum type="alphaLcPeriod"/>
              <a:defRPr/>
            </a:lvl5pPr>
            <a:lvl6pPr lvl="5">
              <a:spcBef>
                <a:spcPts val="1600"/>
              </a:spcBef>
              <a:spcAft>
                <a:spcPts val="0"/>
              </a:spcAft>
              <a:buClr>
                <a:schemeClr val="dk1"/>
              </a:buClr>
              <a:buSzPts val="1400"/>
              <a:buFont typeface="Arial" panose="020B0604020202020204"/>
              <a:buAutoNum type="romanLcPeriod"/>
              <a:defRPr/>
            </a:lvl6pPr>
            <a:lvl7pPr lvl="6">
              <a:spcBef>
                <a:spcPts val="1600"/>
              </a:spcBef>
              <a:spcAft>
                <a:spcPts val="0"/>
              </a:spcAft>
              <a:buClr>
                <a:schemeClr val="dk1"/>
              </a:buClr>
              <a:buSzPts val="1400"/>
              <a:buFont typeface="Arial" panose="020B0604020202020204"/>
              <a:buAutoNum type="arabicPeriod"/>
              <a:defRPr/>
            </a:lvl7pPr>
            <a:lvl8pPr lvl="7">
              <a:spcBef>
                <a:spcPts val="1600"/>
              </a:spcBef>
              <a:spcAft>
                <a:spcPts val="0"/>
              </a:spcAft>
              <a:buClr>
                <a:schemeClr val="dk1"/>
              </a:buClr>
              <a:buSzPts val="1400"/>
              <a:buFont typeface="Arial" panose="020B0604020202020204"/>
              <a:buAutoNum type="alphaLcPeriod"/>
              <a:defRPr/>
            </a:lvl8pPr>
            <a:lvl9pPr lvl="8">
              <a:spcBef>
                <a:spcPts val="1600"/>
              </a:spcBef>
              <a:spcAft>
                <a:spcPts val="1600"/>
              </a:spcAft>
              <a:buClr>
                <a:schemeClr val="dk1"/>
              </a:buClr>
              <a:buSzPts val="1400"/>
              <a:buFont typeface="Arial" panose="020B0604020202020204"/>
              <a:buAutoNum type="romanLcPerio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
    <p:bg>
      <p:bgPr>
        <a:solidFill>
          <a:schemeClr val="lt1"/>
        </a:solidFill>
        <a:effectLst/>
      </p:bgPr>
    </p:bg>
    <p:spTree>
      <p:nvGrpSpPr>
        <p:cNvPr id="69" name="Shape 69"/>
        <p:cNvGrpSpPr/>
        <p:nvPr/>
      </p:nvGrpSpPr>
      <p:grpSpPr>
        <a:xfrm>
          <a:off x="0" y="0"/>
          <a:ext cx="0" cy="0"/>
          <a:chOff x="0" y="0"/>
          <a:chExt cx="0" cy="0"/>
        </a:xfrm>
      </p:grpSpPr>
      <p:sp>
        <p:nvSpPr>
          <p:cNvPr id="70" name="Google Shape;70;p14"/>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14"/>
          <p:cNvSpPr/>
          <p:nvPr/>
        </p:nvSpPr>
        <p:spPr>
          <a:xfrm rot="900108">
            <a:off x="7586327"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BLANK_1_1">
    <p:bg>
      <p:bgPr>
        <a:solidFill>
          <a:schemeClr val="lt1"/>
        </a:solidFill>
        <a:effectLst/>
      </p:bgPr>
    </p:bg>
    <p:spTree>
      <p:nvGrpSpPr>
        <p:cNvPr id="72" name="Shape 72"/>
        <p:cNvGrpSpPr/>
        <p:nvPr/>
      </p:nvGrpSpPr>
      <p:grpSpPr>
        <a:xfrm>
          <a:off x="0" y="0"/>
          <a:ext cx="0" cy="0"/>
          <a:chOff x="0" y="0"/>
          <a:chExt cx="0" cy="0"/>
        </a:xfrm>
      </p:grpSpPr>
      <p:sp>
        <p:nvSpPr>
          <p:cNvPr id="73" name="Google Shape;73;p15"/>
          <p:cNvSpPr/>
          <p:nvPr/>
        </p:nvSpPr>
        <p:spPr>
          <a:xfrm rot="900108">
            <a:off x="7586327"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15"/>
          <p:cNvSpPr txBox="1"/>
          <p:nvPr>
            <p:ph type="title"/>
          </p:nvPr>
        </p:nvSpPr>
        <p:spPr>
          <a:xfrm>
            <a:off x="720000" y="540000"/>
            <a:ext cx="35568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75" name="Google Shape;75;p15"/>
          <p:cNvSpPr txBox="1"/>
          <p:nvPr>
            <p:ph type="subTitle" idx="1"/>
          </p:nvPr>
        </p:nvSpPr>
        <p:spPr>
          <a:xfrm>
            <a:off x="1072413" y="2286900"/>
            <a:ext cx="15852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76" name="Google Shape;76;p15"/>
          <p:cNvSpPr txBox="1"/>
          <p:nvPr>
            <p:ph type="subTitle" idx="2"/>
          </p:nvPr>
        </p:nvSpPr>
        <p:spPr>
          <a:xfrm>
            <a:off x="1072413" y="1969625"/>
            <a:ext cx="1585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77" name="Google Shape;77;p15"/>
          <p:cNvSpPr txBox="1"/>
          <p:nvPr>
            <p:ph type="subTitle" idx="3"/>
          </p:nvPr>
        </p:nvSpPr>
        <p:spPr>
          <a:xfrm>
            <a:off x="1072413" y="3648975"/>
            <a:ext cx="15852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78" name="Google Shape;78;p15"/>
          <p:cNvSpPr txBox="1"/>
          <p:nvPr>
            <p:ph type="subTitle" idx="4"/>
          </p:nvPr>
        </p:nvSpPr>
        <p:spPr>
          <a:xfrm>
            <a:off x="1072413" y="3331700"/>
            <a:ext cx="1585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79" name="Google Shape;79;p15"/>
          <p:cNvSpPr txBox="1"/>
          <p:nvPr>
            <p:ph type="subTitle" idx="5"/>
          </p:nvPr>
        </p:nvSpPr>
        <p:spPr>
          <a:xfrm>
            <a:off x="3831785" y="2286900"/>
            <a:ext cx="15852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0" name="Google Shape;80;p15"/>
          <p:cNvSpPr txBox="1"/>
          <p:nvPr>
            <p:ph type="subTitle" idx="6"/>
          </p:nvPr>
        </p:nvSpPr>
        <p:spPr>
          <a:xfrm>
            <a:off x="3831785" y="1969625"/>
            <a:ext cx="1585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1" name="Google Shape;81;p15"/>
          <p:cNvSpPr txBox="1"/>
          <p:nvPr>
            <p:ph type="subTitle" idx="7"/>
          </p:nvPr>
        </p:nvSpPr>
        <p:spPr>
          <a:xfrm>
            <a:off x="3831785" y="3648975"/>
            <a:ext cx="15852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2" name="Google Shape;82;p15"/>
          <p:cNvSpPr txBox="1"/>
          <p:nvPr>
            <p:ph type="subTitle" idx="8"/>
          </p:nvPr>
        </p:nvSpPr>
        <p:spPr>
          <a:xfrm>
            <a:off x="3831785" y="3331700"/>
            <a:ext cx="1585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3" name="Google Shape;83;p15"/>
          <p:cNvSpPr txBox="1"/>
          <p:nvPr>
            <p:ph type="subTitle" idx="9"/>
          </p:nvPr>
        </p:nvSpPr>
        <p:spPr>
          <a:xfrm>
            <a:off x="6591160" y="2286900"/>
            <a:ext cx="15852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4" name="Google Shape;84;p15"/>
          <p:cNvSpPr txBox="1"/>
          <p:nvPr>
            <p:ph type="subTitle" idx="13"/>
          </p:nvPr>
        </p:nvSpPr>
        <p:spPr>
          <a:xfrm>
            <a:off x="6591160" y="1969625"/>
            <a:ext cx="1585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5" name="Google Shape;85;p15"/>
          <p:cNvSpPr txBox="1"/>
          <p:nvPr>
            <p:ph type="subTitle" idx="14"/>
          </p:nvPr>
        </p:nvSpPr>
        <p:spPr>
          <a:xfrm>
            <a:off x="6591160" y="3648975"/>
            <a:ext cx="15852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6" name="Google Shape;86;p15"/>
          <p:cNvSpPr txBox="1"/>
          <p:nvPr>
            <p:ph type="subTitle" idx="15"/>
          </p:nvPr>
        </p:nvSpPr>
        <p:spPr>
          <a:xfrm>
            <a:off x="6591160" y="3331700"/>
            <a:ext cx="1585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87" name="Google Shape;87;p15"/>
          <p:cNvSpPr/>
          <p:nvPr/>
        </p:nvSpPr>
        <p:spPr>
          <a:xfrm>
            <a:off x="3515050" y="540000"/>
            <a:ext cx="4908900" cy="227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88" name="Shape 88"/>
        <p:cNvGrpSpPr/>
        <p:nvPr/>
      </p:nvGrpSpPr>
      <p:grpSpPr>
        <a:xfrm>
          <a:off x="0" y="0"/>
          <a:ext cx="0" cy="0"/>
          <a:chOff x="0" y="0"/>
          <a:chExt cx="0" cy="0"/>
        </a:xfrm>
      </p:grpSpPr>
      <p:sp>
        <p:nvSpPr>
          <p:cNvPr id="89" name="Google Shape;89;p16"/>
          <p:cNvSpPr txBox="1"/>
          <p:nvPr>
            <p:ph type="title"/>
          </p:nvPr>
        </p:nvSpPr>
        <p:spPr>
          <a:xfrm>
            <a:off x="720000" y="540000"/>
            <a:ext cx="2992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90" name="Google Shape;90;p16"/>
          <p:cNvSpPr txBox="1"/>
          <p:nvPr>
            <p:ph type="title" idx="2" hasCustomPrompt="1"/>
          </p:nvPr>
        </p:nvSpPr>
        <p:spPr>
          <a:xfrm>
            <a:off x="876525" y="1867600"/>
            <a:ext cx="923700" cy="841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4800"/>
              <a:buNone/>
              <a:defRPr sz="4800">
                <a:solidFill>
                  <a:schemeClr val="accent1"/>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91" name="Google Shape;91;p16"/>
          <p:cNvSpPr txBox="1"/>
          <p:nvPr>
            <p:ph type="subTitle" idx="1"/>
          </p:nvPr>
        </p:nvSpPr>
        <p:spPr>
          <a:xfrm>
            <a:off x="2047875" y="1801850"/>
            <a:ext cx="2524200" cy="337500"/>
          </a:xfrm>
          <a:prstGeom prst="rect">
            <a:avLst/>
          </a:prstGeom>
        </p:spPr>
        <p:txBody>
          <a:bodyPr spcFirstLastPara="1" wrap="square" lIns="91425" tIns="91425" rIns="91425" bIns="91425" anchor="t" anchorCtr="0">
            <a:noAutofit/>
          </a:bodyPr>
          <a:lstStyle>
            <a:lvl1pPr lvl="0">
              <a:spcBef>
                <a:spcPts val="0"/>
              </a:spcBef>
              <a:spcAft>
                <a:spcPts val="0"/>
              </a:spcAft>
              <a:buNone/>
              <a:defRPr>
                <a:solidFill>
                  <a:schemeClr val="lt2"/>
                </a:solidFill>
                <a:latin typeface="Reem Kufi"/>
                <a:ea typeface="Reem Kufi"/>
                <a:cs typeface="Reem Kufi"/>
                <a:sym typeface="Reem Kufi"/>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92" name="Google Shape;92;p16"/>
          <p:cNvSpPr txBox="1"/>
          <p:nvPr>
            <p:ph type="subTitle" idx="3"/>
          </p:nvPr>
        </p:nvSpPr>
        <p:spPr>
          <a:xfrm>
            <a:off x="2047875" y="2097125"/>
            <a:ext cx="2285700" cy="611700"/>
          </a:xfrm>
          <a:prstGeom prst="rect">
            <a:avLst/>
          </a:prstGeom>
        </p:spPr>
        <p:txBody>
          <a:bodyPr spcFirstLastPara="1" wrap="square" lIns="91425" tIns="91425" rIns="91425" bIns="91425" anchor="t" anchorCtr="0">
            <a:noAutofit/>
          </a:bodyPr>
          <a:lstStyle>
            <a:lvl1pPr lvl="0">
              <a:spcBef>
                <a:spcPts val="0"/>
              </a:spcBef>
              <a:spcAft>
                <a:spcPts val="0"/>
              </a:spcAft>
              <a:buNone/>
              <a:defRPr sz="16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93" name="Google Shape;93;p16"/>
          <p:cNvSpPr txBox="1"/>
          <p:nvPr>
            <p:ph type="title" idx="4" hasCustomPrompt="1"/>
          </p:nvPr>
        </p:nvSpPr>
        <p:spPr>
          <a:xfrm>
            <a:off x="876525" y="3534475"/>
            <a:ext cx="923700" cy="841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4800"/>
              <a:buNone/>
              <a:defRPr sz="4800">
                <a:solidFill>
                  <a:schemeClr val="accent1"/>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94" name="Google Shape;94;p16"/>
          <p:cNvSpPr txBox="1"/>
          <p:nvPr>
            <p:ph type="subTitle" idx="5"/>
          </p:nvPr>
        </p:nvSpPr>
        <p:spPr>
          <a:xfrm>
            <a:off x="2047875" y="3468725"/>
            <a:ext cx="2524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95" name="Google Shape;95;p16"/>
          <p:cNvSpPr txBox="1"/>
          <p:nvPr>
            <p:ph type="subTitle" idx="6"/>
          </p:nvPr>
        </p:nvSpPr>
        <p:spPr>
          <a:xfrm>
            <a:off x="2047875" y="3764000"/>
            <a:ext cx="2285700" cy="611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96" name="Google Shape;96;p16"/>
          <p:cNvSpPr txBox="1"/>
          <p:nvPr>
            <p:ph type="title" idx="7" hasCustomPrompt="1"/>
          </p:nvPr>
        </p:nvSpPr>
        <p:spPr>
          <a:xfrm>
            <a:off x="4695825" y="1867600"/>
            <a:ext cx="923700" cy="841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4800"/>
              <a:buNone/>
              <a:defRPr sz="4800">
                <a:solidFill>
                  <a:schemeClr val="accent1"/>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97" name="Google Shape;97;p16"/>
          <p:cNvSpPr txBox="1"/>
          <p:nvPr>
            <p:ph type="subTitle" idx="8"/>
          </p:nvPr>
        </p:nvSpPr>
        <p:spPr>
          <a:xfrm>
            <a:off x="5867175" y="1801850"/>
            <a:ext cx="2524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98" name="Google Shape;98;p16"/>
          <p:cNvSpPr txBox="1"/>
          <p:nvPr>
            <p:ph type="subTitle" idx="9"/>
          </p:nvPr>
        </p:nvSpPr>
        <p:spPr>
          <a:xfrm>
            <a:off x="5867175" y="2097125"/>
            <a:ext cx="2285700" cy="611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99" name="Google Shape;99;p16"/>
          <p:cNvSpPr txBox="1"/>
          <p:nvPr>
            <p:ph type="title" idx="13" hasCustomPrompt="1"/>
          </p:nvPr>
        </p:nvSpPr>
        <p:spPr>
          <a:xfrm>
            <a:off x="4695825" y="3534475"/>
            <a:ext cx="923700" cy="841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4800"/>
              <a:buNone/>
              <a:defRPr sz="4800">
                <a:solidFill>
                  <a:schemeClr val="accent1"/>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100" name="Google Shape;100;p16"/>
          <p:cNvSpPr txBox="1"/>
          <p:nvPr>
            <p:ph type="subTitle" idx="14"/>
          </p:nvPr>
        </p:nvSpPr>
        <p:spPr>
          <a:xfrm>
            <a:off x="5867175" y="3468725"/>
            <a:ext cx="25242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01" name="Google Shape;101;p16"/>
          <p:cNvSpPr txBox="1"/>
          <p:nvPr>
            <p:ph type="subTitle" idx="15"/>
          </p:nvPr>
        </p:nvSpPr>
        <p:spPr>
          <a:xfrm>
            <a:off x="5867175" y="3764000"/>
            <a:ext cx="2285700" cy="611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02" name="Google Shape;102;p16"/>
          <p:cNvSpPr/>
          <p:nvPr/>
        </p:nvSpPr>
        <p:spPr>
          <a:xfrm>
            <a:off x="3515050" y="540000"/>
            <a:ext cx="4908900" cy="227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03" name="Shape 103"/>
        <p:cNvGrpSpPr/>
        <p:nvPr/>
      </p:nvGrpSpPr>
      <p:grpSpPr>
        <a:xfrm>
          <a:off x="0" y="0"/>
          <a:ext cx="0" cy="0"/>
          <a:chOff x="0" y="0"/>
          <a:chExt cx="0" cy="0"/>
        </a:xfrm>
      </p:grpSpPr>
      <p:sp>
        <p:nvSpPr>
          <p:cNvPr id="104" name="Google Shape;104;p17"/>
          <p:cNvSpPr txBox="1"/>
          <p:nvPr>
            <p:ph type="title"/>
          </p:nvPr>
        </p:nvSpPr>
        <p:spPr>
          <a:xfrm>
            <a:off x="720000" y="540000"/>
            <a:ext cx="2992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05" name="Google Shape;105;p17"/>
          <p:cNvSpPr txBox="1"/>
          <p:nvPr>
            <p:ph type="subTitle" idx="1"/>
          </p:nvPr>
        </p:nvSpPr>
        <p:spPr>
          <a:xfrm>
            <a:off x="1552725" y="2572650"/>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06" name="Google Shape;106;p17"/>
          <p:cNvSpPr/>
          <p:nvPr/>
        </p:nvSpPr>
        <p:spPr>
          <a:xfrm>
            <a:off x="3515050" y="540000"/>
            <a:ext cx="4908900" cy="227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17"/>
          <p:cNvSpPr txBox="1"/>
          <p:nvPr>
            <p:ph type="subTitle" idx="2"/>
          </p:nvPr>
        </p:nvSpPr>
        <p:spPr>
          <a:xfrm>
            <a:off x="5410350" y="2572650"/>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08" name="Google Shape;108;p17"/>
          <p:cNvSpPr txBox="1"/>
          <p:nvPr>
            <p:ph type="subTitle" idx="3"/>
          </p:nvPr>
        </p:nvSpPr>
        <p:spPr>
          <a:xfrm>
            <a:off x="3481525" y="3896625"/>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09" name="Google Shape;109;p17"/>
          <p:cNvSpPr/>
          <p:nvPr/>
        </p:nvSpPr>
        <p:spPr>
          <a:xfrm rot="900108">
            <a:off x="7586327"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 name="Google Shape;110;p17"/>
          <p:cNvSpPr/>
          <p:nvPr/>
        </p:nvSpPr>
        <p:spPr>
          <a:xfrm rot="-900108" flipH="1">
            <a:off x="-152805"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11" name="Shape 111"/>
        <p:cNvGrpSpPr/>
        <p:nvPr/>
      </p:nvGrpSpPr>
      <p:grpSpPr>
        <a:xfrm>
          <a:off x="0" y="0"/>
          <a:ext cx="0" cy="0"/>
          <a:chOff x="0" y="0"/>
          <a:chExt cx="0" cy="0"/>
        </a:xfrm>
      </p:grpSpPr>
      <p:sp>
        <p:nvSpPr>
          <p:cNvPr id="112" name="Google Shape;112;p18"/>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18"/>
          <p:cNvSpPr txBox="1"/>
          <p:nvPr>
            <p:ph type="title"/>
          </p:nvPr>
        </p:nvSpPr>
        <p:spPr>
          <a:xfrm>
            <a:off x="5360825" y="540000"/>
            <a:ext cx="3063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CUSTOM_5">
    <p:spTree>
      <p:nvGrpSpPr>
        <p:cNvPr id="114" name="Shape 114"/>
        <p:cNvGrpSpPr/>
        <p:nvPr/>
      </p:nvGrpSpPr>
      <p:grpSpPr>
        <a:xfrm>
          <a:off x="0" y="0"/>
          <a:ext cx="0" cy="0"/>
          <a:chOff x="0" y="0"/>
          <a:chExt cx="0" cy="0"/>
        </a:xfrm>
      </p:grpSpPr>
      <p:sp>
        <p:nvSpPr>
          <p:cNvPr id="115" name="Google Shape;115;p19"/>
          <p:cNvSpPr txBox="1"/>
          <p:nvPr>
            <p:ph type="title"/>
          </p:nvPr>
        </p:nvSpPr>
        <p:spPr>
          <a:xfrm>
            <a:off x="3657825" y="540000"/>
            <a:ext cx="47661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19"/>
          <p:cNvSpPr/>
          <p:nvPr/>
        </p:nvSpPr>
        <p:spPr>
          <a:xfrm>
            <a:off x="0" y="0"/>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3">
  <p:cSld name="CUSTOM_5_1">
    <p:spTree>
      <p:nvGrpSpPr>
        <p:cNvPr id="117" name="Shape 117"/>
        <p:cNvGrpSpPr/>
        <p:nvPr/>
      </p:nvGrpSpPr>
      <p:grpSpPr>
        <a:xfrm>
          <a:off x="0" y="0"/>
          <a:ext cx="0" cy="0"/>
          <a:chOff x="0" y="0"/>
          <a:chExt cx="0" cy="0"/>
        </a:xfrm>
      </p:grpSpPr>
      <p:sp>
        <p:nvSpPr>
          <p:cNvPr id="118" name="Google Shape;118;p20"/>
          <p:cNvSpPr txBox="1"/>
          <p:nvPr>
            <p:ph type="title"/>
          </p:nvPr>
        </p:nvSpPr>
        <p:spPr>
          <a:xfrm>
            <a:off x="2156850" y="3584875"/>
            <a:ext cx="4830600" cy="984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3000">
                <a:solidFill>
                  <a:schemeClr val="lt1"/>
                </a:solidFill>
              </a:defRPr>
            </a:lvl1pPr>
            <a:lvl2pPr lvl="1" algn="ctr" rtl="0">
              <a:spcBef>
                <a:spcPts val="0"/>
              </a:spcBef>
              <a:spcAft>
                <a:spcPts val="0"/>
              </a:spcAft>
              <a:buClr>
                <a:schemeClr val="lt2"/>
              </a:buClr>
              <a:buSzPts val="2800"/>
              <a:buNone/>
              <a:defRPr>
                <a:solidFill>
                  <a:schemeClr val="lt2"/>
                </a:solidFill>
              </a:defRPr>
            </a:lvl2pPr>
            <a:lvl3pPr lvl="2" algn="ctr" rtl="0">
              <a:spcBef>
                <a:spcPts val="0"/>
              </a:spcBef>
              <a:spcAft>
                <a:spcPts val="0"/>
              </a:spcAft>
              <a:buClr>
                <a:schemeClr val="lt2"/>
              </a:buClr>
              <a:buSzPts val="2800"/>
              <a:buNone/>
              <a:defRPr>
                <a:solidFill>
                  <a:schemeClr val="lt2"/>
                </a:solidFill>
              </a:defRPr>
            </a:lvl3pPr>
            <a:lvl4pPr lvl="3" algn="ctr" rtl="0">
              <a:spcBef>
                <a:spcPts val="0"/>
              </a:spcBef>
              <a:spcAft>
                <a:spcPts val="0"/>
              </a:spcAft>
              <a:buClr>
                <a:schemeClr val="lt2"/>
              </a:buClr>
              <a:buSzPts val="2800"/>
              <a:buNone/>
              <a:defRPr>
                <a:solidFill>
                  <a:schemeClr val="lt2"/>
                </a:solidFill>
              </a:defRPr>
            </a:lvl4pPr>
            <a:lvl5pPr lvl="4" algn="ctr" rtl="0">
              <a:spcBef>
                <a:spcPts val="0"/>
              </a:spcBef>
              <a:spcAft>
                <a:spcPts val="0"/>
              </a:spcAft>
              <a:buClr>
                <a:schemeClr val="lt2"/>
              </a:buClr>
              <a:buSzPts val="2800"/>
              <a:buNone/>
              <a:defRPr>
                <a:solidFill>
                  <a:schemeClr val="lt2"/>
                </a:solidFill>
              </a:defRPr>
            </a:lvl5pPr>
            <a:lvl6pPr lvl="5" algn="ctr" rtl="0">
              <a:spcBef>
                <a:spcPts val="0"/>
              </a:spcBef>
              <a:spcAft>
                <a:spcPts val="0"/>
              </a:spcAft>
              <a:buClr>
                <a:schemeClr val="lt2"/>
              </a:buClr>
              <a:buSzPts val="2800"/>
              <a:buNone/>
              <a:defRPr>
                <a:solidFill>
                  <a:schemeClr val="lt2"/>
                </a:solidFill>
              </a:defRPr>
            </a:lvl6pPr>
            <a:lvl7pPr lvl="6" algn="ctr" rtl="0">
              <a:spcBef>
                <a:spcPts val="0"/>
              </a:spcBef>
              <a:spcAft>
                <a:spcPts val="0"/>
              </a:spcAft>
              <a:buClr>
                <a:schemeClr val="lt2"/>
              </a:buClr>
              <a:buSzPts val="2800"/>
              <a:buNone/>
              <a:defRPr>
                <a:solidFill>
                  <a:schemeClr val="lt2"/>
                </a:solidFill>
              </a:defRPr>
            </a:lvl7pPr>
            <a:lvl8pPr lvl="7" algn="ctr" rtl="0">
              <a:spcBef>
                <a:spcPts val="0"/>
              </a:spcBef>
              <a:spcAft>
                <a:spcPts val="0"/>
              </a:spcAft>
              <a:buClr>
                <a:schemeClr val="lt2"/>
              </a:buClr>
              <a:buSzPts val="2800"/>
              <a:buNone/>
              <a:defRPr>
                <a:solidFill>
                  <a:schemeClr val="lt2"/>
                </a:solidFill>
              </a:defRPr>
            </a:lvl8pPr>
            <a:lvl9pPr lvl="8" algn="ctr" rtl="0">
              <a:spcBef>
                <a:spcPts val="0"/>
              </a:spcBef>
              <a:spcAft>
                <a:spcPts val="0"/>
              </a:spcAft>
              <a:buClr>
                <a:schemeClr val="lt2"/>
              </a:buClr>
              <a:buSzPts val="2800"/>
              <a:buNone/>
              <a:defRPr>
                <a:solidFill>
                  <a:schemeClr val="lt2"/>
                </a:solidFill>
              </a:defRPr>
            </a:lvl9pPr>
          </a:lstStyle>
          <a:p/>
        </p:txBody>
      </p:sp>
      <p:sp>
        <p:nvSpPr>
          <p:cNvPr id="119" name="Google Shape;119;p20"/>
          <p:cNvSpPr/>
          <p:nvPr/>
        </p:nvSpPr>
        <p:spPr>
          <a:xfrm>
            <a:off x="0" y="0"/>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4">
  <p:cSld name="CUSTOM_5_1_2">
    <p:spTree>
      <p:nvGrpSpPr>
        <p:cNvPr id="120" name="Shape 120"/>
        <p:cNvGrpSpPr/>
        <p:nvPr/>
      </p:nvGrpSpPr>
      <p:grpSpPr>
        <a:xfrm>
          <a:off x="0" y="0"/>
          <a:ext cx="0" cy="0"/>
          <a:chOff x="0" y="0"/>
          <a:chExt cx="0" cy="0"/>
        </a:xfrm>
      </p:grpSpPr>
      <p:sp>
        <p:nvSpPr>
          <p:cNvPr id="121" name="Google Shape;121;p21"/>
          <p:cNvSpPr txBox="1"/>
          <p:nvPr>
            <p:ph type="title"/>
          </p:nvPr>
        </p:nvSpPr>
        <p:spPr>
          <a:xfrm>
            <a:off x="720000" y="540000"/>
            <a:ext cx="35568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22" name="Google Shape;122;p21"/>
          <p:cNvSpPr/>
          <p:nvPr/>
        </p:nvSpPr>
        <p:spPr>
          <a:xfrm rot="900108">
            <a:off x="7586327"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21"/>
          <p:cNvSpPr/>
          <p:nvPr/>
        </p:nvSpPr>
        <p:spPr>
          <a:xfrm>
            <a:off x="4867275" y="540000"/>
            <a:ext cx="3556800" cy="227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s">
  <p:cSld name="CUSTOM_5_1_1">
    <p:spTree>
      <p:nvGrpSpPr>
        <p:cNvPr id="124" name="Shape 124"/>
        <p:cNvGrpSpPr/>
        <p:nvPr/>
      </p:nvGrpSpPr>
      <p:grpSpPr>
        <a:xfrm>
          <a:off x="0" y="0"/>
          <a:ext cx="0" cy="0"/>
          <a:chOff x="0" y="0"/>
          <a:chExt cx="0" cy="0"/>
        </a:xfrm>
      </p:grpSpPr>
      <p:sp>
        <p:nvSpPr>
          <p:cNvPr id="125" name="Google Shape;125;p22"/>
          <p:cNvSpPr/>
          <p:nvPr/>
        </p:nvSpPr>
        <p:spPr>
          <a:xfrm rot="9387396" flipH="1">
            <a:off x="7503726"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 name="Google Shape;126;p22"/>
          <p:cNvSpPr/>
          <p:nvPr/>
        </p:nvSpPr>
        <p:spPr>
          <a:xfrm rot="-900108" flipH="1">
            <a:off x="-152805"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22"/>
          <p:cNvSpPr txBox="1"/>
          <p:nvPr>
            <p:ph type="title"/>
          </p:nvPr>
        </p:nvSpPr>
        <p:spPr>
          <a:xfrm>
            <a:off x="720000" y="540000"/>
            <a:ext cx="3852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28" name="Google Shape;128;p22"/>
          <p:cNvSpPr txBox="1"/>
          <p:nvPr>
            <p:ph type="title" idx="2" hasCustomPrompt="1"/>
          </p:nvPr>
        </p:nvSpPr>
        <p:spPr>
          <a:xfrm>
            <a:off x="720000" y="2014725"/>
            <a:ext cx="1985400" cy="1069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7200"/>
              <a:buNone/>
              <a:defRPr sz="72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29" name="Google Shape;129;p22"/>
          <p:cNvSpPr txBox="1"/>
          <p:nvPr>
            <p:ph type="subTitle" idx="1"/>
          </p:nvPr>
        </p:nvSpPr>
        <p:spPr>
          <a:xfrm>
            <a:off x="721345" y="2786250"/>
            <a:ext cx="1985400" cy="450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p:txBody>
      </p:sp>
      <p:sp>
        <p:nvSpPr>
          <p:cNvPr id="130" name="Google Shape;130;p22"/>
          <p:cNvSpPr txBox="1"/>
          <p:nvPr>
            <p:ph type="title" idx="3" hasCustomPrompt="1"/>
          </p:nvPr>
        </p:nvSpPr>
        <p:spPr>
          <a:xfrm>
            <a:off x="3578625" y="2014725"/>
            <a:ext cx="1985400" cy="1069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7200"/>
              <a:buNone/>
              <a:defRPr sz="72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31" name="Google Shape;131;p22"/>
          <p:cNvSpPr txBox="1"/>
          <p:nvPr>
            <p:ph type="subTitle" idx="4"/>
          </p:nvPr>
        </p:nvSpPr>
        <p:spPr>
          <a:xfrm>
            <a:off x="3579970" y="2786250"/>
            <a:ext cx="1985400" cy="450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p:txBody>
      </p:sp>
      <p:sp>
        <p:nvSpPr>
          <p:cNvPr id="132" name="Google Shape;132;p22"/>
          <p:cNvSpPr txBox="1"/>
          <p:nvPr>
            <p:ph type="title" idx="5" hasCustomPrompt="1"/>
          </p:nvPr>
        </p:nvSpPr>
        <p:spPr>
          <a:xfrm>
            <a:off x="6437250" y="2014725"/>
            <a:ext cx="1985400" cy="1069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7200"/>
              <a:buNone/>
              <a:defRPr sz="72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33" name="Google Shape;133;p22"/>
          <p:cNvSpPr txBox="1"/>
          <p:nvPr>
            <p:ph type="subTitle" idx="6"/>
          </p:nvPr>
        </p:nvSpPr>
        <p:spPr>
          <a:xfrm>
            <a:off x="6438595" y="2786250"/>
            <a:ext cx="1985400" cy="450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p:txBody>
      </p:sp>
      <p:sp>
        <p:nvSpPr>
          <p:cNvPr id="134" name="Google Shape;134;p22"/>
          <p:cNvSpPr/>
          <p:nvPr/>
        </p:nvSpPr>
        <p:spPr>
          <a:xfrm flipH="1">
            <a:off x="3515112" y="4341175"/>
            <a:ext cx="4908900" cy="227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1">
  <p:cSld name="CUSTOM_3_1">
    <p:spTree>
      <p:nvGrpSpPr>
        <p:cNvPr id="135" name="Shape 135"/>
        <p:cNvGrpSpPr/>
        <p:nvPr/>
      </p:nvGrpSpPr>
      <p:grpSpPr>
        <a:xfrm>
          <a:off x="0" y="0"/>
          <a:ext cx="0" cy="0"/>
          <a:chOff x="0" y="0"/>
          <a:chExt cx="0" cy="0"/>
        </a:xfrm>
      </p:grpSpPr>
      <p:sp>
        <p:nvSpPr>
          <p:cNvPr id="136" name="Google Shape;136;p23"/>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23"/>
          <p:cNvSpPr txBox="1"/>
          <p:nvPr>
            <p:ph type="title"/>
          </p:nvPr>
        </p:nvSpPr>
        <p:spPr>
          <a:xfrm>
            <a:off x="4930625" y="540000"/>
            <a:ext cx="34932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8" name="Google Shape;138;p23"/>
          <p:cNvSpPr txBox="1"/>
          <p:nvPr>
            <p:ph type="subTitle" idx="1"/>
          </p:nvPr>
        </p:nvSpPr>
        <p:spPr>
          <a:xfrm>
            <a:off x="723900" y="2076450"/>
            <a:ext cx="2790900" cy="16479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1600"/>
              </a:spcBef>
              <a:spcAft>
                <a:spcPts val="0"/>
              </a:spcAft>
              <a:buSzPts val="1800"/>
              <a:buNone/>
              <a:defRPr sz="1800"/>
            </a:lvl2pPr>
            <a:lvl3pPr lvl="2">
              <a:spcBef>
                <a:spcPts val="1600"/>
              </a:spcBef>
              <a:spcAft>
                <a:spcPts val="0"/>
              </a:spcAft>
              <a:buSzPts val="1800"/>
              <a:buNone/>
              <a:defRPr sz="1800"/>
            </a:lvl3pPr>
            <a:lvl4pPr lvl="3">
              <a:spcBef>
                <a:spcPts val="1600"/>
              </a:spcBef>
              <a:spcAft>
                <a:spcPts val="0"/>
              </a:spcAft>
              <a:buSzPts val="1800"/>
              <a:buNone/>
              <a:defRPr sz="1800"/>
            </a:lvl4pPr>
            <a:lvl5pPr lvl="4">
              <a:spcBef>
                <a:spcPts val="1600"/>
              </a:spcBef>
              <a:spcAft>
                <a:spcPts val="0"/>
              </a:spcAft>
              <a:buSzPts val="1800"/>
              <a:buNone/>
              <a:defRPr sz="1800"/>
            </a:lvl5pPr>
            <a:lvl6pPr lvl="5">
              <a:spcBef>
                <a:spcPts val="1600"/>
              </a:spcBef>
              <a:spcAft>
                <a:spcPts val="0"/>
              </a:spcAft>
              <a:buSzPts val="1800"/>
              <a:buNone/>
              <a:defRPr sz="1800"/>
            </a:lvl6pPr>
            <a:lvl7pPr lvl="6">
              <a:spcBef>
                <a:spcPts val="1600"/>
              </a:spcBef>
              <a:spcAft>
                <a:spcPts val="0"/>
              </a:spcAft>
              <a:buSzPts val="1800"/>
              <a:buNone/>
              <a:defRPr sz="1800"/>
            </a:lvl7pPr>
            <a:lvl8pPr lvl="7">
              <a:spcBef>
                <a:spcPts val="1600"/>
              </a:spcBef>
              <a:spcAft>
                <a:spcPts val="0"/>
              </a:spcAft>
              <a:buSzPts val="1800"/>
              <a:buNone/>
              <a:defRPr sz="1800"/>
            </a:lvl8pPr>
            <a:lvl9pPr lvl="8">
              <a:spcBef>
                <a:spcPts val="1600"/>
              </a:spcBef>
              <a:spcAft>
                <a:spcPts val="1600"/>
              </a:spcAft>
              <a:buSzPts val="1800"/>
              <a:buNone/>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3">
  <p:cSld name="CUSTOM_3_1_2">
    <p:spTree>
      <p:nvGrpSpPr>
        <p:cNvPr id="139" name="Shape 139"/>
        <p:cNvGrpSpPr/>
        <p:nvPr/>
      </p:nvGrpSpPr>
      <p:grpSpPr>
        <a:xfrm>
          <a:off x="0" y="0"/>
          <a:ext cx="0" cy="0"/>
          <a:chOff x="0" y="0"/>
          <a:chExt cx="0" cy="0"/>
        </a:xfrm>
      </p:grpSpPr>
      <p:sp>
        <p:nvSpPr>
          <p:cNvPr id="140" name="Google Shape;140;p24"/>
          <p:cNvSpPr txBox="1"/>
          <p:nvPr>
            <p:ph type="subTitle" idx="1"/>
          </p:nvPr>
        </p:nvSpPr>
        <p:spPr>
          <a:xfrm>
            <a:off x="723900" y="2076450"/>
            <a:ext cx="2790900" cy="1250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1600"/>
              </a:spcBef>
              <a:spcAft>
                <a:spcPts val="0"/>
              </a:spcAft>
              <a:buSzPts val="1800"/>
              <a:buNone/>
              <a:defRPr sz="1800"/>
            </a:lvl2pPr>
            <a:lvl3pPr lvl="2" rtl="0">
              <a:spcBef>
                <a:spcPts val="1600"/>
              </a:spcBef>
              <a:spcAft>
                <a:spcPts val="0"/>
              </a:spcAft>
              <a:buSzPts val="1800"/>
              <a:buNone/>
              <a:defRPr sz="1800"/>
            </a:lvl3pPr>
            <a:lvl4pPr lvl="3" rtl="0">
              <a:spcBef>
                <a:spcPts val="1600"/>
              </a:spcBef>
              <a:spcAft>
                <a:spcPts val="0"/>
              </a:spcAft>
              <a:buSzPts val="1800"/>
              <a:buNone/>
              <a:defRPr sz="1800"/>
            </a:lvl4pPr>
            <a:lvl5pPr lvl="4" rtl="0">
              <a:spcBef>
                <a:spcPts val="1600"/>
              </a:spcBef>
              <a:spcAft>
                <a:spcPts val="0"/>
              </a:spcAft>
              <a:buSzPts val="1800"/>
              <a:buNone/>
              <a:defRPr sz="1800"/>
            </a:lvl5pPr>
            <a:lvl6pPr lvl="5" rtl="0">
              <a:spcBef>
                <a:spcPts val="1600"/>
              </a:spcBef>
              <a:spcAft>
                <a:spcPts val="0"/>
              </a:spcAft>
              <a:buSzPts val="1800"/>
              <a:buNone/>
              <a:defRPr sz="1800"/>
            </a:lvl6pPr>
            <a:lvl7pPr lvl="6" rtl="0">
              <a:spcBef>
                <a:spcPts val="1600"/>
              </a:spcBef>
              <a:spcAft>
                <a:spcPts val="0"/>
              </a:spcAft>
              <a:buSzPts val="1800"/>
              <a:buNone/>
              <a:defRPr sz="1800"/>
            </a:lvl7pPr>
            <a:lvl8pPr lvl="7" rtl="0">
              <a:spcBef>
                <a:spcPts val="1600"/>
              </a:spcBef>
              <a:spcAft>
                <a:spcPts val="0"/>
              </a:spcAft>
              <a:buSzPts val="1800"/>
              <a:buNone/>
              <a:defRPr sz="1800"/>
            </a:lvl8pPr>
            <a:lvl9pPr lvl="8" rtl="0">
              <a:spcBef>
                <a:spcPts val="1600"/>
              </a:spcBef>
              <a:spcAft>
                <a:spcPts val="1600"/>
              </a:spcAft>
              <a:buSzPts val="1800"/>
              <a:buNone/>
              <a:defRPr sz="1800"/>
            </a:lvl9pPr>
          </a:lstStyle>
          <a:p/>
        </p:txBody>
      </p:sp>
      <p:sp>
        <p:nvSpPr>
          <p:cNvPr id="141" name="Google Shape;141;p24"/>
          <p:cNvSpPr txBox="1"/>
          <p:nvPr>
            <p:ph type="title"/>
          </p:nvPr>
        </p:nvSpPr>
        <p:spPr>
          <a:xfrm>
            <a:off x="720000" y="540000"/>
            <a:ext cx="2992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42" name="Google Shape;142;p24"/>
          <p:cNvSpPr/>
          <p:nvPr/>
        </p:nvSpPr>
        <p:spPr>
          <a:xfrm rot="10800000" flipH="1">
            <a:off x="0"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24"/>
          <p:cNvSpPr/>
          <p:nvPr/>
        </p:nvSpPr>
        <p:spPr>
          <a:xfrm>
            <a:off x="4250775" y="540000"/>
            <a:ext cx="4173300" cy="227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e column text 2">
  <p:cSld name="CUSTOM_3_1_1">
    <p:bg>
      <p:bgPr>
        <a:solidFill>
          <a:schemeClr val="lt1"/>
        </a:solidFill>
        <a:effectLst/>
      </p:bgPr>
    </p:bg>
    <p:spTree>
      <p:nvGrpSpPr>
        <p:cNvPr id="144" name="Shape 144"/>
        <p:cNvGrpSpPr/>
        <p:nvPr/>
      </p:nvGrpSpPr>
      <p:grpSpPr>
        <a:xfrm>
          <a:off x="0" y="0"/>
          <a:ext cx="0" cy="0"/>
          <a:chOff x="0" y="0"/>
          <a:chExt cx="0" cy="0"/>
        </a:xfrm>
      </p:grpSpPr>
      <p:sp>
        <p:nvSpPr>
          <p:cNvPr id="145" name="Google Shape;145;p25"/>
          <p:cNvSpPr/>
          <p:nvPr/>
        </p:nvSpPr>
        <p:spPr>
          <a:xfrm rot="10800000">
            <a:off x="7603425"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25"/>
          <p:cNvSpPr txBox="1"/>
          <p:nvPr>
            <p:ph type="subTitle" idx="1"/>
          </p:nvPr>
        </p:nvSpPr>
        <p:spPr>
          <a:xfrm>
            <a:off x="5686200" y="1518250"/>
            <a:ext cx="2737800" cy="1647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a:lvl1pPr>
            <a:lvl2pPr lvl="1" algn="r" rtl="0">
              <a:spcBef>
                <a:spcPts val="1600"/>
              </a:spcBef>
              <a:spcAft>
                <a:spcPts val="0"/>
              </a:spcAft>
              <a:buSzPts val="1800"/>
              <a:buNone/>
              <a:defRPr sz="1800"/>
            </a:lvl2pPr>
            <a:lvl3pPr lvl="2" algn="r" rtl="0">
              <a:spcBef>
                <a:spcPts val="1600"/>
              </a:spcBef>
              <a:spcAft>
                <a:spcPts val="0"/>
              </a:spcAft>
              <a:buSzPts val="1800"/>
              <a:buNone/>
              <a:defRPr sz="1800"/>
            </a:lvl3pPr>
            <a:lvl4pPr lvl="3" algn="r" rtl="0">
              <a:spcBef>
                <a:spcPts val="1600"/>
              </a:spcBef>
              <a:spcAft>
                <a:spcPts val="0"/>
              </a:spcAft>
              <a:buSzPts val="1800"/>
              <a:buNone/>
              <a:defRPr sz="1800"/>
            </a:lvl4pPr>
            <a:lvl5pPr lvl="4" algn="r" rtl="0">
              <a:spcBef>
                <a:spcPts val="1600"/>
              </a:spcBef>
              <a:spcAft>
                <a:spcPts val="0"/>
              </a:spcAft>
              <a:buSzPts val="1800"/>
              <a:buNone/>
              <a:defRPr sz="1800"/>
            </a:lvl5pPr>
            <a:lvl6pPr lvl="5" algn="r" rtl="0">
              <a:spcBef>
                <a:spcPts val="1600"/>
              </a:spcBef>
              <a:spcAft>
                <a:spcPts val="0"/>
              </a:spcAft>
              <a:buSzPts val="1800"/>
              <a:buNone/>
              <a:defRPr sz="1800"/>
            </a:lvl6pPr>
            <a:lvl7pPr lvl="6" algn="r" rtl="0">
              <a:spcBef>
                <a:spcPts val="1600"/>
              </a:spcBef>
              <a:spcAft>
                <a:spcPts val="0"/>
              </a:spcAft>
              <a:buSzPts val="1800"/>
              <a:buNone/>
              <a:defRPr sz="1800"/>
            </a:lvl7pPr>
            <a:lvl8pPr lvl="7" algn="r" rtl="0">
              <a:spcBef>
                <a:spcPts val="1600"/>
              </a:spcBef>
              <a:spcAft>
                <a:spcPts val="0"/>
              </a:spcAft>
              <a:buSzPts val="1800"/>
              <a:buNone/>
              <a:defRPr sz="1800"/>
            </a:lvl8pPr>
            <a:lvl9pPr lvl="8" algn="r" rtl="0">
              <a:spcBef>
                <a:spcPts val="1600"/>
              </a:spcBef>
              <a:spcAft>
                <a:spcPts val="1600"/>
              </a:spcAft>
              <a:buSzPts val="1800"/>
              <a:buNone/>
              <a:defRPr sz="1800"/>
            </a:lvl9pPr>
          </a:lstStyle>
          <a:p/>
        </p:txBody>
      </p:sp>
      <p:sp>
        <p:nvSpPr>
          <p:cNvPr id="147" name="Google Shape;147;p25"/>
          <p:cNvSpPr txBox="1"/>
          <p:nvPr>
            <p:ph type="title"/>
          </p:nvPr>
        </p:nvSpPr>
        <p:spPr>
          <a:xfrm>
            <a:off x="720000" y="540000"/>
            <a:ext cx="496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4">
    <p:bg>
      <p:bgPr>
        <a:solidFill>
          <a:schemeClr val="lt1"/>
        </a:solidFill>
        <a:effectLst/>
      </p:bgPr>
    </p:bg>
    <p:spTree>
      <p:nvGrpSpPr>
        <p:cNvPr id="148" name="Shape 148"/>
        <p:cNvGrpSpPr/>
        <p:nvPr/>
      </p:nvGrpSpPr>
      <p:grpSpPr>
        <a:xfrm>
          <a:off x="0" y="0"/>
          <a:ext cx="0" cy="0"/>
          <a:chOff x="0" y="0"/>
          <a:chExt cx="0" cy="0"/>
        </a:xfrm>
      </p:grpSpPr>
      <p:sp>
        <p:nvSpPr>
          <p:cNvPr id="149" name="Google Shape;149;p26"/>
          <p:cNvSpPr txBox="1"/>
          <p:nvPr>
            <p:ph type="title"/>
          </p:nvPr>
        </p:nvSpPr>
        <p:spPr>
          <a:xfrm>
            <a:off x="720000" y="540000"/>
            <a:ext cx="2992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50" name="Google Shape;150;p26"/>
          <p:cNvSpPr/>
          <p:nvPr/>
        </p:nvSpPr>
        <p:spPr>
          <a:xfrm>
            <a:off x="3515050" y="540000"/>
            <a:ext cx="4908900" cy="227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26"/>
          <p:cNvSpPr txBox="1"/>
          <p:nvPr>
            <p:ph type="subTitle" idx="1"/>
          </p:nvPr>
        </p:nvSpPr>
        <p:spPr>
          <a:xfrm>
            <a:off x="2314725" y="2496450"/>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2" name="Google Shape;152;p26"/>
          <p:cNvSpPr txBox="1"/>
          <p:nvPr>
            <p:ph type="subTitle" idx="2"/>
          </p:nvPr>
        </p:nvSpPr>
        <p:spPr>
          <a:xfrm>
            <a:off x="5943750" y="2496450"/>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3" name="Google Shape;153;p26"/>
          <p:cNvSpPr txBox="1"/>
          <p:nvPr>
            <p:ph type="subTitle" idx="3"/>
          </p:nvPr>
        </p:nvSpPr>
        <p:spPr>
          <a:xfrm>
            <a:off x="2314725" y="2179175"/>
            <a:ext cx="22857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4" name="Google Shape;154;p26"/>
          <p:cNvSpPr txBox="1"/>
          <p:nvPr>
            <p:ph type="subTitle" idx="4"/>
          </p:nvPr>
        </p:nvSpPr>
        <p:spPr>
          <a:xfrm>
            <a:off x="5943750" y="2179175"/>
            <a:ext cx="22857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5" name="Google Shape;155;p26"/>
          <p:cNvSpPr txBox="1"/>
          <p:nvPr>
            <p:ph type="subTitle" idx="5"/>
          </p:nvPr>
        </p:nvSpPr>
        <p:spPr>
          <a:xfrm>
            <a:off x="2314725" y="3858525"/>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6" name="Google Shape;156;p26"/>
          <p:cNvSpPr txBox="1"/>
          <p:nvPr>
            <p:ph type="subTitle" idx="6"/>
          </p:nvPr>
        </p:nvSpPr>
        <p:spPr>
          <a:xfrm>
            <a:off x="5943750" y="3858525"/>
            <a:ext cx="22857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7" name="Google Shape;157;p26"/>
          <p:cNvSpPr txBox="1"/>
          <p:nvPr>
            <p:ph type="subTitle" idx="7"/>
          </p:nvPr>
        </p:nvSpPr>
        <p:spPr>
          <a:xfrm>
            <a:off x="2314725" y="3541250"/>
            <a:ext cx="22857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8" name="Google Shape;158;p26"/>
          <p:cNvSpPr txBox="1"/>
          <p:nvPr>
            <p:ph type="subTitle" idx="8"/>
          </p:nvPr>
        </p:nvSpPr>
        <p:spPr>
          <a:xfrm>
            <a:off x="5943750" y="3541250"/>
            <a:ext cx="2285700" cy="3375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2"/>
                </a:solidFill>
                <a:latin typeface="Reem Kufi"/>
                <a:ea typeface="Reem Kufi"/>
                <a:cs typeface="Reem Kufi"/>
                <a:sym typeface="Reem Kufi"/>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59" name="Google Shape;159;p26"/>
          <p:cNvSpPr/>
          <p:nvPr/>
        </p:nvSpPr>
        <p:spPr>
          <a:xfrm rot="10800000" flipH="1">
            <a:off x="0"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ullet Point 1">
  <p:cSld name="CUSTOM_7">
    <p:bg>
      <p:bgPr>
        <a:solidFill>
          <a:schemeClr val="lt1"/>
        </a:solidFill>
        <a:effectLst/>
      </p:bgPr>
    </p:bg>
    <p:spTree>
      <p:nvGrpSpPr>
        <p:cNvPr id="160" name="Shape 160"/>
        <p:cNvGrpSpPr/>
        <p:nvPr/>
      </p:nvGrpSpPr>
      <p:grpSpPr>
        <a:xfrm>
          <a:off x="0" y="0"/>
          <a:ext cx="0" cy="0"/>
          <a:chOff x="0" y="0"/>
          <a:chExt cx="0" cy="0"/>
        </a:xfrm>
      </p:grpSpPr>
      <p:sp>
        <p:nvSpPr>
          <p:cNvPr id="161" name="Google Shape;161;p27"/>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162;p27"/>
          <p:cNvSpPr txBox="1"/>
          <p:nvPr>
            <p:ph type="title"/>
          </p:nvPr>
        </p:nvSpPr>
        <p:spPr>
          <a:xfrm>
            <a:off x="5360825" y="540000"/>
            <a:ext cx="3063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30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3" name="Google Shape;163;p27"/>
          <p:cNvSpPr txBox="1"/>
          <p:nvPr>
            <p:ph type="subTitle" idx="1"/>
          </p:nvPr>
        </p:nvSpPr>
        <p:spPr>
          <a:xfrm>
            <a:off x="1160550" y="1619250"/>
            <a:ext cx="4758900" cy="2524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600"/>
              <a:buChar char="●"/>
              <a:defRPr sz="1600"/>
            </a:lvl1pPr>
            <a:lvl2pPr lvl="1" rtl="0">
              <a:spcBef>
                <a:spcPts val="1600"/>
              </a:spcBef>
              <a:spcAft>
                <a:spcPts val="0"/>
              </a:spcAft>
              <a:buSzPts val="1600"/>
              <a:buChar char="○"/>
              <a:defRPr sz="1600"/>
            </a:lvl2pPr>
            <a:lvl3pPr lvl="2" rtl="0">
              <a:spcBef>
                <a:spcPts val="1600"/>
              </a:spcBef>
              <a:spcAft>
                <a:spcPts val="0"/>
              </a:spcAft>
              <a:buSzPts val="1600"/>
              <a:buChar char="■"/>
              <a:defRPr sz="1600"/>
            </a:lvl3pPr>
            <a:lvl4pPr lvl="3" rtl="0">
              <a:spcBef>
                <a:spcPts val="1600"/>
              </a:spcBef>
              <a:spcAft>
                <a:spcPts val="0"/>
              </a:spcAft>
              <a:buSzPts val="1600"/>
              <a:buChar char="●"/>
              <a:defRPr sz="1600"/>
            </a:lvl4pPr>
            <a:lvl5pPr lvl="4" rtl="0">
              <a:spcBef>
                <a:spcPts val="1600"/>
              </a:spcBef>
              <a:spcAft>
                <a:spcPts val="0"/>
              </a:spcAft>
              <a:buSzPts val="1600"/>
              <a:buChar char="○"/>
              <a:defRPr sz="1600"/>
            </a:lvl5pPr>
            <a:lvl6pPr lvl="5" rtl="0">
              <a:spcBef>
                <a:spcPts val="1600"/>
              </a:spcBef>
              <a:spcAft>
                <a:spcPts val="0"/>
              </a:spcAft>
              <a:buSzPts val="1600"/>
              <a:buChar char="■"/>
              <a:defRPr sz="1600"/>
            </a:lvl6pPr>
            <a:lvl7pPr lvl="6" rtl="0">
              <a:spcBef>
                <a:spcPts val="1600"/>
              </a:spcBef>
              <a:spcAft>
                <a:spcPts val="0"/>
              </a:spcAft>
              <a:buSzPts val="1600"/>
              <a:buChar char="●"/>
              <a:defRPr sz="1600"/>
            </a:lvl7pPr>
            <a:lvl8pPr lvl="7" rtl="0">
              <a:spcBef>
                <a:spcPts val="1600"/>
              </a:spcBef>
              <a:spcAft>
                <a:spcPts val="0"/>
              </a:spcAft>
              <a:buSzPts val="1600"/>
              <a:buChar char="○"/>
              <a:defRPr sz="1600"/>
            </a:lvl8pPr>
            <a:lvl9pPr lvl="8" rtl="0">
              <a:spcBef>
                <a:spcPts val="1600"/>
              </a:spcBef>
              <a:spcAft>
                <a:spcPts val="1600"/>
              </a:spcAft>
              <a:buSzPts val="1600"/>
              <a:buChar char="■"/>
              <a:defRPr sz="1600"/>
            </a:lvl9pPr>
          </a:lstStyle>
          <a:p/>
        </p:txBody>
      </p:sp>
      <p:sp>
        <p:nvSpPr>
          <p:cNvPr id="164" name="Google Shape;164;p27"/>
          <p:cNvSpPr/>
          <p:nvPr/>
        </p:nvSpPr>
        <p:spPr>
          <a:xfrm flipH="1">
            <a:off x="3515112" y="4341175"/>
            <a:ext cx="4908900" cy="227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ullet Point 2">
  <p:cSld name="CUSTOM_7_1">
    <p:bg>
      <p:bgPr>
        <a:solidFill>
          <a:schemeClr val="lt1"/>
        </a:solidFill>
        <a:effectLst/>
      </p:bgPr>
    </p:bg>
    <p:spTree>
      <p:nvGrpSpPr>
        <p:cNvPr id="165" name="Shape 165"/>
        <p:cNvGrpSpPr/>
        <p:nvPr/>
      </p:nvGrpSpPr>
      <p:grpSpPr>
        <a:xfrm>
          <a:off x="0" y="0"/>
          <a:ext cx="0" cy="0"/>
          <a:chOff x="0" y="0"/>
          <a:chExt cx="0" cy="0"/>
        </a:xfrm>
      </p:grpSpPr>
      <p:sp>
        <p:nvSpPr>
          <p:cNvPr id="166" name="Google Shape;166;p28"/>
          <p:cNvSpPr txBox="1"/>
          <p:nvPr>
            <p:ph type="subTitle" idx="1"/>
          </p:nvPr>
        </p:nvSpPr>
        <p:spPr>
          <a:xfrm>
            <a:off x="1160550" y="1619250"/>
            <a:ext cx="4758900" cy="2949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167" name="Google Shape;167;p28"/>
          <p:cNvSpPr txBox="1"/>
          <p:nvPr>
            <p:ph type="title"/>
          </p:nvPr>
        </p:nvSpPr>
        <p:spPr>
          <a:xfrm>
            <a:off x="720000" y="540000"/>
            <a:ext cx="3852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sz="3000">
                <a:solidFill>
                  <a:schemeClr val="dk2"/>
                </a:solidFill>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68" name="Google Shape;168;p28"/>
          <p:cNvSpPr/>
          <p:nvPr/>
        </p:nvSpPr>
        <p:spPr>
          <a:xfrm>
            <a:off x="4250775" y="540000"/>
            <a:ext cx="4173300" cy="227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28"/>
          <p:cNvSpPr/>
          <p:nvPr/>
        </p:nvSpPr>
        <p:spPr>
          <a:xfrm rot="10800000">
            <a:off x="7603425"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6">
    <p:bg>
      <p:bgPr>
        <a:solidFill>
          <a:schemeClr val="lt1"/>
        </a:solidFill>
        <a:effectLst/>
      </p:bgPr>
    </p:bg>
    <p:spTree>
      <p:nvGrpSpPr>
        <p:cNvPr id="170" name="Shape 170"/>
        <p:cNvGrpSpPr/>
        <p:nvPr/>
      </p:nvGrpSpPr>
      <p:grpSpPr>
        <a:xfrm>
          <a:off x="0" y="0"/>
          <a:ext cx="0" cy="0"/>
          <a:chOff x="0" y="0"/>
          <a:chExt cx="0" cy="0"/>
        </a:xfrm>
      </p:grpSpPr>
      <p:sp>
        <p:nvSpPr>
          <p:cNvPr id="171" name="Google Shape;171;p29"/>
          <p:cNvSpPr txBox="1"/>
          <p:nvPr>
            <p:ph type="title"/>
          </p:nvPr>
        </p:nvSpPr>
        <p:spPr>
          <a:xfrm>
            <a:off x="720000" y="540000"/>
            <a:ext cx="2861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2" name="Google Shape;172;p29"/>
          <p:cNvSpPr txBox="1"/>
          <p:nvPr/>
        </p:nvSpPr>
        <p:spPr>
          <a:xfrm>
            <a:off x="2293625" y="3662200"/>
            <a:ext cx="4552800" cy="572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300"/>
              </a:spcBef>
              <a:spcAft>
                <a:spcPts val="0"/>
              </a:spcAft>
              <a:buNone/>
            </a:pPr>
            <a:r>
              <a:rPr lang="en-GB" sz="1200">
                <a:solidFill>
                  <a:schemeClr val="dk2"/>
                </a:solidFill>
                <a:latin typeface="Source Sans Pro"/>
                <a:ea typeface="Source Sans Pro"/>
                <a:cs typeface="Source Sans Pro"/>
                <a:sym typeface="Source Sans Pro"/>
              </a:rPr>
              <a:t>CREDITS: This presentation template was created by </a:t>
            </a:r>
            <a:r>
              <a:rPr lang="en-GB" sz="1200" b="1">
                <a:solidFill>
                  <a:schemeClr val="dk2"/>
                </a:solidFill>
                <a:uFill>
                  <a:noFill/>
                </a:uFill>
                <a:latin typeface="Source Sans Pro"/>
                <a:ea typeface="Source Sans Pro"/>
                <a:cs typeface="Source Sans Pro"/>
                <a:sym typeface="Source Sans Pro"/>
                <a:hlinkClick r:id="rId2"/>
              </a:rPr>
              <a:t>Slidesgo</a:t>
            </a:r>
            <a:r>
              <a:rPr lang="en-GB" sz="1200">
                <a:solidFill>
                  <a:schemeClr val="dk2"/>
                </a:solidFill>
                <a:latin typeface="Source Sans Pro"/>
                <a:ea typeface="Source Sans Pro"/>
                <a:cs typeface="Source Sans Pro"/>
                <a:sym typeface="Source Sans Pro"/>
              </a:rPr>
              <a:t>, including icons by </a:t>
            </a:r>
            <a:r>
              <a:rPr lang="en-GB" sz="1200" b="1">
                <a:solidFill>
                  <a:schemeClr val="dk2"/>
                </a:solidFill>
                <a:uFill>
                  <a:noFill/>
                </a:uFill>
                <a:latin typeface="Source Sans Pro"/>
                <a:ea typeface="Source Sans Pro"/>
                <a:cs typeface="Source Sans Pro"/>
                <a:sym typeface="Source Sans Pro"/>
                <a:hlinkClick r:id="rId3"/>
              </a:rPr>
              <a:t>Flaticon</a:t>
            </a:r>
            <a:r>
              <a:rPr lang="en-GB" sz="1200">
                <a:solidFill>
                  <a:schemeClr val="dk2"/>
                </a:solidFill>
                <a:latin typeface="Source Sans Pro"/>
                <a:ea typeface="Source Sans Pro"/>
                <a:cs typeface="Source Sans Pro"/>
                <a:sym typeface="Source Sans Pro"/>
              </a:rPr>
              <a:t>, and infographics &amp; images by </a:t>
            </a:r>
            <a:r>
              <a:rPr lang="en-GB" sz="1200" b="1">
                <a:solidFill>
                  <a:schemeClr val="dk2"/>
                </a:solidFill>
                <a:uFill>
                  <a:noFill/>
                </a:uFill>
                <a:latin typeface="Source Sans Pro"/>
                <a:ea typeface="Source Sans Pro"/>
                <a:cs typeface="Source Sans Pro"/>
                <a:sym typeface="Source Sans Pro"/>
                <a:hlinkClick r:id="rId4"/>
              </a:rPr>
              <a:t>Freepik</a:t>
            </a:r>
            <a:endParaRPr sz="1200" b="1">
              <a:solidFill>
                <a:schemeClr val="dk2"/>
              </a:solidFill>
              <a:latin typeface="Source Sans Pro"/>
              <a:ea typeface="Source Sans Pro"/>
              <a:cs typeface="Source Sans Pro"/>
              <a:sym typeface="Source Sans Pro"/>
            </a:endParaRPr>
          </a:p>
        </p:txBody>
      </p:sp>
      <p:sp>
        <p:nvSpPr>
          <p:cNvPr id="173" name="Google Shape;173;p29"/>
          <p:cNvSpPr txBox="1"/>
          <p:nvPr>
            <p:ph type="subTitle" idx="1"/>
          </p:nvPr>
        </p:nvSpPr>
        <p:spPr>
          <a:xfrm>
            <a:off x="3101850" y="1499650"/>
            <a:ext cx="2940300" cy="110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4" name="Google Shape;174;p29"/>
          <p:cNvSpPr/>
          <p:nvPr/>
        </p:nvSpPr>
        <p:spPr>
          <a:xfrm flipH="1">
            <a:off x="7603425" y="0"/>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 name="Google Shape;175;p29"/>
          <p:cNvSpPr/>
          <p:nvPr/>
        </p:nvSpPr>
        <p:spPr>
          <a:xfrm rot="10800000" flipH="1">
            <a:off x="0" y="3602975"/>
            <a:ext cx="1540587" cy="1540521"/>
          </a:xfrm>
          <a:custGeom>
            <a:avLst/>
            <a:gdLst/>
            <a:ahLst/>
            <a:cxnLst/>
            <a:rect l="l" t="t" r="r" b="b"/>
            <a:pathLst>
              <a:path w="23248" h="23247" extrusionOk="0">
                <a:moveTo>
                  <a:pt x="1" y="0"/>
                </a:moveTo>
                <a:lnTo>
                  <a:pt x="1" y="23247"/>
                </a:lnTo>
                <a:cubicBezTo>
                  <a:pt x="12783" y="23247"/>
                  <a:pt x="23247" y="12849"/>
                  <a:pt x="23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5">
  <p:cSld name="CUSTOM_8">
    <p:bg>
      <p:bgPr>
        <a:solidFill>
          <a:schemeClr val="lt1"/>
        </a:solidFill>
        <a:effectLst/>
      </p:bgPr>
    </p:bg>
    <p:spTree>
      <p:nvGrpSpPr>
        <p:cNvPr id="176" name="Shape 176"/>
        <p:cNvGrpSpPr/>
        <p:nvPr/>
      </p:nvGrpSpPr>
      <p:grpSpPr>
        <a:xfrm>
          <a:off x="0" y="0"/>
          <a:ext cx="0" cy="0"/>
          <a:chOff x="0" y="0"/>
          <a:chExt cx="0" cy="0"/>
        </a:xfrm>
      </p:grpSpPr>
      <p:sp>
        <p:nvSpPr>
          <p:cNvPr id="177" name="Google Shape;177;p30"/>
          <p:cNvSpPr txBox="1"/>
          <p:nvPr>
            <p:ph type="ctrTitle"/>
          </p:nvPr>
        </p:nvSpPr>
        <p:spPr>
          <a:xfrm>
            <a:off x="2646000" y="2744300"/>
            <a:ext cx="3852000" cy="149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EBB55A"/>
              </a:buClr>
              <a:buSzPts val="5200"/>
              <a:buNone/>
              <a:defRPr sz="4800">
                <a:solidFill>
                  <a:schemeClr val="l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p:txBody>
      </p:sp>
      <p:sp>
        <p:nvSpPr>
          <p:cNvPr id="178" name="Google Shape;178;p30"/>
          <p:cNvSpPr/>
          <p:nvPr/>
        </p:nvSpPr>
        <p:spPr>
          <a:xfrm rot="-9387396">
            <a:off x="-70379" y="-428829"/>
            <a:ext cx="1802529" cy="1802529"/>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30"/>
          <p:cNvSpPr/>
          <p:nvPr/>
        </p:nvSpPr>
        <p:spPr>
          <a:xfrm rot="900108">
            <a:off x="7586327" y="3667699"/>
            <a:ext cx="1802354" cy="1802354"/>
          </a:xfrm>
          <a:custGeom>
            <a:avLst/>
            <a:gdLst/>
            <a:ahLst/>
            <a:cxnLst/>
            <a:rect l="l" t="t" r="r" b="b"/>
            <a:pathLst>
              <a:path w="80403" h="80403" extrusionOk="0">
                <a:moveTo>
                  <a:pt x="80402" y="0"/>
                </a:moveTo>
                <a:cubicBezTo>
                  <a:pt x="36029" y="0"/>
                  <a:pt x="0" y="36095"/>
                  <a:pt x="0" y="80403"/>
                </a:cubicBezTo>
                <a:lnTo>
                  <a:pt x="30598" y="80403"/>
                </a:lnTo>
                <a:cubicBezTo>
                  <a:pt x="30598" y="52918"/>
                  <a:pt x="52983" y="30664"/>
                  <a:pt x="80402" y="30664"/>
                </a:cubicBezTo>
                <a:lnTo>
                  <a:pt x="80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Reem Kufi"/>
              <a:buNone/>
              <a:defRPr sz="2800">
                <a:solidFill>
                  <a:schemeClr val="dk1"/>
                </a:solidFill>
                <a:latin typeface="Reem Kufi"/>
                <a:ea typeface="Reem Kufi"/>
                <a:cs typeface="Reem Kufi"/>
                <a:sym typeface="Reem Kufi"/>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Source Sans Pro"/>
              <a:buChar char="●"/>
              <a:defRPr sz="1800">
                <a:solidFill>
                  <a:schemeClr val="dk2"/>
                </a:solidFill>
                <a:latin typeface="Source Sans Pro"/>
                <a:ea typeface="Source Sans Pro"/>
                <a:cs typeface="Source Sans Pro"/>
                <a:sym typeface="Source Sans Pro"/>
              </a:defRPr>
            </a:lvl1pPr>
            <a:lvl2pPr marL="914400" lvl="1" indent="-317500">
              <a:lnSpc>
                <a:spcPct val="100000"/>
              </a:lnSpc>
              <a:spcBef>
                <a:spcPts val="160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2pPr>
            <a:lvl3pPr marL="1371600" lvl="2" indent="-317500">
              <a:lnSpc>
                <a:spcPct val="100000"/>
              </a:lnSpc>
              <a:spcBef>
                <a:spcPts val="160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3pPr>
            <a:lvl4pPr marL="1828800" lvl="3" indent="-317500">
              <a:lnSpc>
                <a:spcPct val="100000"/>
              </a:lnSpc>
              <a:spcBef>
                <a:spcPts val="160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4pPr>
            <a:lvl5pPr marL="2286000" lvl="4" indent="-317500">
              <a:lnSpc>
                <a:spcPct val="100000"/>
              </a:lnSpc>
              <a:spcBef>
                <a:spcPts val="160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5pPr>
            <a:lvl6pPr marL="2743200" lvl="5" indent="-317500">
              <a:lnSpc>
                <a:spcPct val="100000"/>
              </a:lnSpc>
              <a:spcBef>
                <a:spcPts val="160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6pPr>
            <a:lvl7pPr marL="3200400" lvl="6" indent="-317500">
              <a:lnSpc>
                <a:spcPct val="100000"/>
              </a:lnSpc>
              <a:spcBef>
                <a:spcPts val="160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7pPr>
            <a:lvl8pPr marL="3657600" lvl="7" indent="-317500">
              <a:lnSpc>
                <a:spcPct val="100000"/>
              </a:lnSpc>
              <a:spcBef>
                <a:spcPts val="160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8pPr>
            <a:lvl9pPr marL="4114800" lvl="8" indent="-317500">
              <a:lnSpc>
                <a:spcPct val="100000"/>
              </a:lnSpc>
              <a:spcBef>
                <a:spcPts val="1600"/>
              </a:spcBef>
              <a:spcAft>
                <a:spcPts val="160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87" name="Shape 187"/>
        <p:cNvGrpSpPr/>
        <p:nvPr/>
      </p:nvGrpSpPr>
      <p:grpSpPr>
        <a:xfrm>
          <a:off x="0" y="0"/>
          <a:ext cx="0" cy="0"/>
          <a:chOff x="0" y="0"/>
          <a:chExt cx="0" cy="0"/>
        </a:xfrm>
      </p:grpSpPr>
      <p:sp>
        <p:nvSpPr>
          <p:cNvPr id="188" name="Google Shape;188;p33"/>
          <p:cNvSpPr txBox="1"/>
          <p:nvPr>
            <p:ph type="ctrTitle"/>
          </p:nvPr>
        </p:nvSpPr>
        <p:spPr>
          <a:xfrm>
            <a:off x="1271905" y="819785"/>
            <a:ext cx="6989445" cy="9429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sz="3200" b="1">
                <a:solidFill>
                  <a:schemeClr val="tx1"/>
                </a:solidFill>
                <a:latin typeface="Times New Roman" panose="02020603050405020304" charset="0"/>
                <a:ea typeface="楷体" panose="02010609060101010101" charset="-122"/>
                <a:cs typeface="Times New Roman" panose="02020603050405020304" charset="0"/>
              </a:rPr>
              <a:t>Gait-Key: A Gait-Based Shared Secret Key Generation Protocol for </a:t>
            </a:r>
            <a:br>
              <a:rPr sz="3200" b="1">
                <a:solidFill>
                  <a:schemeClr val="tx1"/>
                </a:solidFill>
                <a:latin typeface="Times New Roman" panose="02020603050405020304" charset="0"/>
                <a:ea typeface="楷体" panose="02010609060101010101" charset="-122"/>
                <a:cs typeface="Times New Roman" panose="02020603050405020304" charset="0"/>
              </a:rPr>
            </a:br>
            <a:r>
              <a:rPr sz="3200" b="1">
                <a:solidFill>
                  <a:schemeClr val="tx1"/>
                </a:solidFill>
                <a:latin typeface="Times New Roman" panose="02020603050405020304" charset="0"/>
                <a:ea typeface="楷体" panose="02010609060101010101" charset="-122"/>
                <a:cs typeface="Times New Roman" panose="02020603050405020304" charset="0"/>
              </a:rPr>
              <a:t>Wearable Devices</a:t>
            </a:r>
            <a:endParaRPr sz="3200" b="1">
              <a:solidFill>
                <a:schemeClr val="tx1"/>
              </a:solidFill>
              <a:latin typeface="Times New Roman" panose="02020603050405020304" charset="0"/>
              <a:ea typeface="楷体" panose="02010609060101010101" charset="-122"/>
              <a:cs typeface="Times New Roman" panose="02020603050405020304" charset="0"/>
            </a:endParaRPr>
          </a:p>
        </p:txBody>
      </p:sp>
      <p:sp>
        <p:nvSpPr>
          <p:cNvPr id="190" name="Google Shape;190;p33"/>
          <p:cNvSpPr/>
          <p:nvPr/>
        </p:nvSpPr>
        <p:spPr>
          <a:xfrm rot="5400000">
            <a:off x="4558741" y="4002914"/>
            <a:ext cx="26525" cy="1867678"/>
          </a:xfrm>
          <a:custGeom>
            <a:avLst/>
            <a:gdLst/>
            <a:ahLst/>
            <a:cxnLst/>
            <a:rect l="l" t="t" r="r" b="b"/>
            <a:pathLst>
              <a:path w="1061" h="31989" extrusionOk="0">
                <a:moveTo>
                  <a:pt x="0" y="0"/>
                </a:moveTo>
                <a:lnTo>
                  <a:pt x="0" y="31989"/>
                </a:lnTo>
                <a:lnTo>
                  <a:pt x="1060" y="31989"/>
                </a:lnTo>
                <a:lnTo>
                  <a:pt x="10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 name="文本框 1"/>
          <p:cNvSpPr txBox="1"/>
          <p:nvPr/>
        </p:nvSpPr>
        <p:spPr>
          <a:xfrm>
            <a:off x="979805" y="2285365"/>
            <a:ext cx="7185025" cy="1322070"/>
          </a:xfrm>
          <a:prstGeom prst="rect">
            <a:avLst/>
          </a:prstGeom>
          <a:noFill/>
        </p:spPr>
        <p:txBody>
          <a:bodyPr wrap="square" rtlCol="0" anchor="t">
            <a:spAutoFit/>
          </a:bodyPr>
          <a:p>
            <a:r>
              <a:rPr lang="en-US" altLang="zh-CN" sz="2000" b="1">
                <a:latin typeface="Times New Roman" panose="02020603050405020304" charset="0"/>
                <a:cs typeface="Times New Roman" panose="02020603050405020304" charset="0"/>
              </a:rPr>
              <a:t>Authors:</a:t>
            </a:r>
            <a:endParaRPr lang="en-US" altLang="zh-CN" sz="2000" b="1">
              <a:latin typeface="Times New Roman" panose="02020603050405020304" charset="0"/>
              <a:cs typeface="Times New Roman" panose="02020603050405020304" charset="0"/>
            </a:endParaRPr>
          </a:p>
          <a:p>
            <a:r>
              <a:rPr lang="zh-CN" altLang="en-US" sz="2000">
                <a:latin typeface="Times New Roman" panose="02020603050405020304" charset="0"/>
                <a:cs typeface="Times New Roman" panose="02020603050405020304" charset="0"/>
              </a:rPr>
              <a:t>WEITAO XU</a:t>
            </a:r>
            <a:r>
              <a:rPr lang="en-US" altLang="zh-CN" sz="2000">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CHITRA JAVALI</a:t>
            </a:r>
            <a:r>
              <a:rPr lang="en-US" altLang="zh-CN" sz="2000">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GIRISH REVADIGAR</a:t>
            </a:r>
            <a:r>
              <a:rPr lang="en-US" sz="2000">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CHENGWEN LUO</a:t>
            </a:r>
            <a:r>
              <a:rPr lang="en-US" sz="2000">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NEIL BERGMANN</a:t>
            </a:r>
            <a:r>
              <a:rPr lang="en-US" sz="2000">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WEN HU</a:t>
            </a:r>
            <a:r>
              <a:rPr lang="en-US" altLang="zh-CN" sz="2000">
                <a:latin typeface="Times New Roman" panose="02020603050405020304" charset="0"/>
                <a:cs typeface="Times New Roman" panose="02020603050405020304" charset="0"/>
              </a:rPr>
              <a:t>;</a:t>
            </a:r>
            <a:endParaRPr lang="zh-CN" altLang="en-US" sz="2000">
              <a:latin typeface="Times New Roman" panose="02020603050405020304" charset="0"/>
              <a:cs typeface="Times New Roman" panose="02020603050405020304" charset="0"/>
            </a:endParaRPr>
          </a:p>
          <a:p>
            <a:r>
              <a:rPr lang="zh-CN" altLang="en-US" sz="2000" b="1">
                <a:latin typeface="Times New Roman" panose="02020603050405020304" charset="0"/>
                <a:cs typeface="Times New Roman" panose="02020603050405020304" charset="0"/>
              </a:rPr>
              <a:t>Publication</a:t>
            </a:r>
            <a:r>
              <a:rPr lang="en-US" altLang="zh-CN" sz="2000" b="1">
                <a:latin typeface="Times New Roman" panose="02020603050405020304" charset="0"/>
                <a:cs typeface="Times New Roman" panose="02020603050405020304" charset="0"/>
              </a:rPr>
              <a:t>: </a:t>
            </a:r>
            <a:r>
              <a:rPr lang="zh-CN" altLang="en-US" sz="2000">
                <a:latin typeface="Times New Roman" panose="02020603050405020304" charset="0"/>
                <a:cs typeface="Times New Roman" panose="02020603050405020304" charset="0"/>
              </a:rPr>
              <a:t>ACM Transactions on Sensor Networks January 2017</a:t>
            </a:r>
            <a:endParaRPr lang="zh-CN" altLang="en-US" sz="2000">
              <a:latin typeface="Times New Roman" panose="02020603050405020304" charset="0"/>
              <a:cs typeface="Times New Roman" panose="02020603050405020304" charset="0"/>
            </a:endParaRPr>
          </a:p>
        </p:txBody>
      </p:sp>
      <p:sp>
        <p:nvSpPr>
          <p:cNvPr id="3" name="文本框 2"/>
          <p:cNvSpPr txBox="1"/>
          <p:nvPr/>
        </p:nvSpPr>
        <p:spPr>
          <a:xfrm>
            <a:off x="3503930" y="3978910"/>
            <a:ext cx="2136775" cy="829945"/>
          </a:xfrm>
          <a:prstGeom prst="rect">
            <a:avLst/>
          </a:prstGeom>
          <a:noFill/>
        </p:spPr>
        <p:txBody>
          <a:bodyPr wrap="square" rtlCol="0">
            <a:spAutoFit/>
          </a:bodyPr>
          <a:p>
            <a:pPr algn="ctr"/>
            <a:r>
              <a:rPr lang="zh-CN" altLang="en-US" sz="2400">
                <a:solidFill>
                  <a:srgbClr val="000000"/>
                </a:solidFill>
                <a:uFillTx/>
                <a:latin typeface="Times New Roman" panose="02020603050405020304" charset="0"/>
                <a:ea typeface="楷体" panose="02010609060101010101" charset="-122"/>
                <a:cs typeface="楷体" panose="02010609060101010101" charset="-122"/>
              </a:rPr>
              <a:t>唐慧敏   </a:t>
            </a:r>
            <a:endParaRPr lang="zh-CN" altLang="en-US" sz="2400">
              <a:solidFill>
                <a:srgbClr val="000000"/>
              </a:solidFill>
              <a:uFillTx/>
              <a:latin typeface="Times New Roman" panose="02020603050405020304" charset="0"/>
              <a:ea typeface="楷体" panose="02010609060101010101" charset="-122"/>
              <a:cs typeface="楷体" panose="02010609060101010101" charset="-122"/>
            </a:endParaRPr>
          </a:p>
          <a:p>
            <a:pPr algn="ctr"/>
            <a:r>
              <a:rPr lang="en-US" altLang="zh-CN" sz="2400">
                <a:solidFill>
                  <a:srgbClr val="000000"/>
                </a:solidFill>
                <a:uFillTx/>
                <a:latin typeface="Times New Roman" panose="02020603050405020304" charset="0"/>
                <a:ea typeface="楷体" panose="02010609060101010101" charset="-122"/>
                <a:cs typeface="楷体" panose="02010609060101010101" charset="-122"/>
              </a:rPr>
              <a:t>51205902133</a:t>
            </a:r>
            <a:endParaRPr lang="en-US" altLang="zh-CN" sz="2400">
              <a:solidFill>
                <a:srgbClr val="000000"/>
              </a:solidFill>
              <a:uFillTx/>
              <a:latin typeface="Times New Roman" panose="02020603050405020304" charset="0"/>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3781075" y="1635450"/>
            <a:ext cx="1714500" cy="97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01</a:t>
            </a:r>
            <a:endParaRPr lang="en-GB"/>
          </a:p>
        </p:txBody>
      </p:sp>
      <p:sp>
        <p:nvSpPr>
          <p:cNvPr id="223" name="Google Shape;223;p36"/>
          <p:cNvSpPr txBox="1"/>
          <p:nvPr>
            <p:ph type="title" idx="2"/>
          </p:nvPr>
        </p:nvSpPr>
        <p:spPr>
          <a:xfrm>
            <a:off x="2343300" y="2609190"/>
            <a:ext cx="4457700" cy="609600"/>
          </a:xfrm>
          <a:prstGeom prst="rect">
            <a:avLst/>
          </a:prstGeom>
        </p:spPr>
        <p:txBody>
          <a:bodyPr spcFirstLastPara="1" wrap="square" lIns="91425" tIns="91425" rIns="83775" bIns="91425" anchor="t" anchorCtr="0">
            <a:noAutofit/>
          </a:bodyPr>
          <a:lstStyle/>
          <a:p>
            <a:pPr marL="0" lvl="0" indent="0" algn="ctr" rtl="0">
              <a:spcBef>
                <a:spcPts val="0"/>
              </a:spcBef>
              <a:spcAft>
                <a:spcPts val="0"/>
              </a:spcAft>
              <a:buNone/>
            </a:pPr>
            <a:r>
              <a:rPr lang="zh-CN" altLang="en-GB">
                <a:solidFill>
                  <a:schemeClr val="lt2"/>
                </a:solidFill>
                <a:ea typeface="宋体" panose="02010600030101010101" pitchFamily="2" charset="-122"/>
              </a:rPr>
              <a:t>背景介绍</a:t>
            </a:r>
            <a:r>
              <a:rPr lang="en-GB">
                <a:solidFill>
                  <a:schemeClr val="lt2"/>
                </a:solidFill>
              </a:rPr>
              <a:t> </a:t>
            </a:r>
            <a:endParaRPr>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1.</a:t>
            </a:r>
            <a:r>
              <a:rPr lang="zh-CN" altLang="en-GB" sz="3200">
                <a:latin typeface="微软雅黑" panose="020B0503020204020204" charset="-122"/>
                <a:ea typeface="微软雅黑" panose="020B0503020204020204" charset="-122"/>
                <a:cs typeface="微软雅黑" panose="020B0503020204020204" charset="-122"/>
              </a:rPr>
              <a:t>背景介绍</a:t>
            </a: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pic>
        <p:nvPicPr>
          <p:cNvPr id="11" name="图片 10"/>
          <p:cNvPicPr>
            <a:picLocks noChangeAspect="1"/>
          </p:cNvPicPr>
          <p:nvPr/>
        </p:nvPicPr>
        <p:blipFill>
          <a:blip r:embed="rId1"/>
          <a:stretch>
            <a:fillRect/>
          </a:stretch>
        </p:blipFill>
        <p:spPr>
          <a:xfrm>
            <a:off x="5547360" y="1047115"/>
            <a:ext cx="3453765" cy="3681730"/>
          </a:xfrm>
          <a:prstGeom prst="rect">
            <a:avLst/>
          </a:prstGeom>
        </p:spPr>
      </p:pic>
      <p:sp>
        <p:nvSpPr>
          <p:cNvPr id="12" name="文本框 11"/>
          <p:cNvSpPr txBox="1"/>
          <p:nvPr/>
        </p:nvSpPr>
        <p:spPr>
          <a:xfrm>
            <a:off x="497205" y="1365250"/>
            <a:ext cx="5300345" cy="3046095"/>
          </a:xfrm>
          <a:prstGeom prst="rect">
            <a:avLst/>
          </a:prstGeom>
          <a:noFill/>
        </p:spPr>
        <p:txBody>
          <a:bodyPr wrap="square" rtlCol="0">
            <a:spAutoFit/>
          </a:bodyPr>
          <a:p>
            <a:r>
              <a:rPr sz="2400">
                <a:latin typeface="楷体" panose="02010609060101010101" charset="-122"/>
                <a:ea typeface="楷体" panose="02010609060101010101" charset="-122"/>
                <a:cs typeface="宋体" panose="02010600030101010101" pitchFamily="2" charset="-122"/>
              </a:rPr>
              <a:t>近年来，智能可穿戴设备的数量出现了显著增长。对于这些</a:t>
            </a:r>
            <a:r>
              <a:rPr lang="zh-CN" sz="2400">
                <a:latin typeface="楷体" panose="02010609060101010101" charset="-122"/>
                <a:ea typeface="楷体" panose="02010609060101010101" charset="-122"/>
                <a:cs typeface="宋体" panose="02010600030101010101" pitchFamily="2" charset="-122"/>
              </a:rPr>
              <a:t>可穿戴设备</a:t>
            </a:r>
            <a:r>
              <a:rPr sz="2400">
                <a:latin typeface="楷体" panose="02010609060101010101" charset="-122"/>
                <a:ea typeface="楷体" panose="02010609060101010101" charset="-122"/>
                <a:cs typeface="宋体" panose="02010600030101010101" pitchFamily="2" charset="-122"/>
              </a:rPr>
              <a:t>，一个重要的安全问题是在合法设备之间建立一个经过身份验证的通信通道，以保护后续的通信。由于</a:t>
            </a:r>
            <a:r>
              <a:rPr lang="zh-CN" sz="2400">
                <a:latin typeface="楷体" panose="02010609060101010101" charset="-122"/>
                <a:ea typeface="楷体" panose="02010609060101010101" charset="-122"/>
                <a:cs typeface="宋体" panose="02010600030101010101" pitchFamily="2" charset="-122"/>
              </a:rPr>
              <a:t>无线通信</a:t>
            </a:r>
            <a:r>
              <a:rPr sz="2400">
                <a:latin typeface="楷体" panose="02010609060101010101" charset="-122"/>
                <a:ea typeface="楷体" panose="02010609060101010101" charset="-122"/>
                <a:cs typeface="宋体" panose="02010600030101010101" pitchFamily="2" charset="-122"/>
              </a:rPr>
              <a:t>和</a:t>
            </a:r>
            <a:r>
              <a:rPr lang="zh-CN" sz="2400">
                <a:latin typeface="楷体" panose="02010609060101010101" charset="-122"/>
                <a:ea typeface="楷体" panose="02010609060101010101" charset="-122"/>
                <a:cs typeface="宋体" panose="02010600030101010101" pitchFamily="2" charset="-122"/>
              </a:rPr>
              <a:t>资源的限制</a:t>
            </a:r>
            <a:r>
              <a:rPr sz="2400">
                <a:latin typeface="楷体" panose="02010609060101010101" charset="-122"/>
                <a:ea typeface="楷体" panose="02010609060101010101" charset="-122"/>
                <a:cs typeface="宋体" panose="02010600030101010101" pitchFamily="2" charset="-122"/>
              </a:rPr>
              <a:t>，提供安全、高效和用户友好的设备配对是一项具有挑战性的任务。</a:t>
            </a:r>
            <a:endParaRPr sz="2400">
              <a:latin typeface="楷体" panose="02010609060101010101" charset="-122"/>
              <a:ea typeface="楷体" panose="02010609060101010101" charset="-122"/>
              <a:cs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1.</a:t>
            </a:r>
            <a:r>
              <a:rPr lang="zh-CN" altLang="en-GB" sz="3200">
                <a:latin typeface="微软雅黑" panose="020B0503020204020204" charset="-122"/>
                <a:ea typeface="微软雅黑" panose="020B0503020204020204" charset="-122"/>
                <a:cs typeface="微软雅黑" panose="020B0503020204020204" charset="-122"/>
              </a:rPr>
              <a:t>背景介绍</a:t>
            </a: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sp>
        <p:nvSpPr>
          <p:cNvPr id="1" name="文本框 0"/>
          <p:cNvSpPr txBox="1"/>
          <p:nvPr/>
        </p:nvSpPr>
        <p:spPr>
          <a:xfrm>
            <a:off x="497205" y="1404620"/>
            <a:ext cx="8141970" cy="2922905"/>
          </a:xfrm>
          <a:prstGeom prst="rect">
            <a:avLst/>
          </a:prstGeom>
          <a:noFill/>
        </p:spPr>
        <p:txBody>
          <a:bodyPr wrap="square" rtlCol="0">
            <a:spAutoFit/>
          </a:bodyPr>
          <a:p>
            <a:r>
              <a:rPr lang="zh-CN" altLang="en-US" sz="2800">
                <a:latin typeface="楷体" panose="02010609060101010101" charset="-122"/>
                <a:ea typeface="楷体" panose="02010609060101010101" charset="-122"/>
                <a:cs typeface="楷体" panose="02010609060101010101" charset="-122"/>
              </a:rPr>
              <a:t>传统解决方案</a:t>
            </a:r>
            <a:r>
              <a:rPr lang="en-US" altLang="zh-CN" sz="2800">
                <a:latin typeface="楷体" panose="02010609060101010101" charset="-122"/>
                <a:ea typeface="楷体" panose="02010609060101010101" charset="-122"/>
                <a:cs typeface="楷体" panose="02010609060101010101" charset="-122"/>
              </a:rPr>
              <a:t>:	</a:t>
            </a:r>
            <a:endParaRPr lang="en-US" altLang="zh-CN" sz="2800">
              <a:latin typeface="楷体" panose="02010609060101010101" charset="-122"/>
              <a:ea typeface="楷体" panose="02010609060101010101" charset="-122"/>
              <a:cs typeface="楷体" panose="02010609060101010101" charset="-122"/>
            </a:endParaRPr>
          </a:p>
          <a:p>
            <a:pPr marL="914400" lvl="1" indent="-457200">
              <a:buFont typeface="Arial" panose="020B0604020202020204" pitchFamily="34" charset="0"/>
              <a:buChar char="•"/>
            </a:pPr>
            <a:r>
              <a:rPr lang="zh-CN" altLang="en-US" sz="2400">
                <a:latin typeface="楷体" panose="02010609060101010101" charset="-122"/>
                <a:ea typeface="楷体" panose="02010609060101010101" charset="-122"/>
                <a:cs typeface="楷体" panose="02010609060101010101" charset="-122"/>
              </a:rPr>
              <a:t>显示输入</a:t>
            </a:r>
            <a:endParaRPr lang="zh-CN" altLang="en-US" sz="2400">
              <a:latin typeface="楷体" panose="02010609060101010101" charset="-122"/>
              <a:ea typeface="楷体" panose="02010609060101010101" charset="-122"/>
              <a:cs typeface="楷体" panose="02010609060101010101" charset="-122"/>
            </a:endParaRPr>
          </a:p>
          <a:p>
            <a:pPr marL="914400" lvl="1" indent="-457200">
              <a:buFont typeface="Arial" panose="020B0604020202020204" pitchFamily="34" charset="0"/>
              <a:buChar char="•"/>
            </a:pPr>
            <a:r>
              <a:rPr lang="zh-CN" altLang="en-US" sz="2400">
                <a:latin typeface="楷体" panose="02010609060101010101" charset="-122"/>
                <a:ea typeface="楷体" panose="02010609060101010101" charset="-122"/>
                <a:cs typeface="楷体" panose="02010609060101010101" charset="-122"/>
              </a:rPr>
              <a:t>点对点密钥交换算法</a:t>
            </a:r>
            <a:endParaRPr lang="zh-CN" altLang="en-US" sz="2400">
              <a:latin typeface="楷体" panose="02010609060101010101" charset="-122"/>
              <a:ea typeface="楷体" panose="02010609060101010101" charset="-122"/>
              <a:cs typeface="楷体" panose="02010609060101010101" charset="-122"/>
            </a:endParaRPr>
          </a:p>
          <a:p>
            <a:pPr marL="914400" lvl="1" indent="-457200">
              <a:buFont typeface="Arial" panose="020B0604020202020204" pitchFamily="34" charset="0"/>
              <a:buChar char="•"/>
            </a:pP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rPr>
              <a:t>本文提出的解决方案</a:t>
            </a:r>
            <a:r>
              <a:rPr lang="en-US" altLang="zh-CN" sz="2800">
                <a:latin typeface="楷体" panose="02010609060101010101" charset="-122"/>
                <a:ea typeface="楷体" panose="02010609060101010101" charset="-122"/>
                <a:cs typeface="楷体" panose="02010609060101010101" charset="-122"/>
              </a:rPr>
              <a:t>:</a:t>
            </a:r>
            <a:endParaRPr lang="en-US" altLang="zh-CN" sz="2800">
              <a:latin typeface="楷体" panose="02010609060101010101" charset="-122"/>
              <a:ea typeface="楷体" panose="02010609060101010101" charset="-122"/>
              <a:cs typeface="楷体" panose="02010609060101010101" charset="-122"/>
            </a:endParaRPr>
          </a:p>
          <a:p>
            <a:r>
              <a:rPr lang="en-US" altLang="zh-CN" sz="2800">
                <a:latin typeface="楷体" panose="02010609060101010101" charset="-122"/>
                <a:ea typeface="楷体" panose="02010609060101010101" charset="-122"/>
                <a:cs typeface="楷体" panose="02010609060101010101" charset="-122"/>
              </a:rPr>
              <a:t>   </a:t>
            </a:r>
            <a:r>
              <a:rPr lang="en-US" altLang="zh-CN" sz="2400">
                <a:latin typeface="楷体" panose="02010609060101010101" charset="-122"/>
                <a:ea typeface="楷体" panose="02010609060101010101" charset="-122"/>
                <a:cs typeface="楷体" panose="02010609060101010101" charset="-122"/>
              </a:rPr>
              <a:t>Gait Key —— </a:t>
            </a:r>
            <a:r>
              <a:rPr lang="zh-CN" altLang="en-US" sz="2400">
                <a:latin typeface="楷体" panose="02010609060101010101" charset="-122"/>
                <a:ea typeface="楷体" panose="02010609060101010101" charset="-122"/>
                <a:cs typeface="楷体" panose="02010609060101010101" charset="-122"/>
              </a:rPr>
              <a:t>基于步态的共享密钥生成方案</a:t>
            </a:r>
            <a:endParaRPr lang="en-US" altLang="zh-CN" sz="2400">
              <a:latin typeface="楷体" panose="02010609060101010101" charset="-122"/>
              <a:ea typeface="楷体" panose="02010609060101010101" charset="-122"/>
              <a:cs typeface="楷体" panose="02010609060101010101" charset="-122"/>
            </a:endParaRPr>
          </a:p>
          <a:p>
            <a:endParaRPr lang="en-US" altLang="zh-CN"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3715035" y="1635450"/>
            <a:ext cx="1714500" cy="97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0</a:t>
            </a:r>
            <a:r>
              <a:rPr lang="en-US" altLang="en-GB"/>
              <a:t>2</a:t>
            </a:r>
            <a:endParaRPr lang="en-US" altLang="en-GB"/>
          </a:p>
        </p:txBody>
      </p:sp>
      <p:sp>
        <p:nvSpPr>
          <p:cNvPr id="223" name="Google Shape;223;p36"/>
          <p:cNvSpPr txBox="1"/>
          <p:nvPr>
            <p:ph type="title" idx="2"/>
          </p:nvPr>
        </p:nvSpPr>
        <p:spPr>
          <a:xfrm>
            <a:off x="2343300" y="2609190"/>
            <a:ext cx="4457700" cy="609600"/>
          </a:xfrm>
          <a:prstGeom prst="rect">
            <a:avLst/>
          </a:prstGeom>
        </p:spPr>
        <p:txBody>
          <a:bodyPr spcFirstLastPara="1" wrap="square" lIns="91425" tIns="91425" rIns="83775" bIns="91425" anchor="t" anchorCtr="0">
            <a:noAutofit/>
          </a:bodyPr>
          <a:lstStyle/>
          <a:p>
            <a:pPr marL="0" lvl="0" indent="0" algn="ctr" rtl="0">
              <a:spcBef>
                <a:spcPts val="0"/>
              </a:spcBef>
              <a:spcAft>
                <a:spcPts val="0"/>
              </a:spcAft>
              <a:buNone/>
            </a:pPr>
            <a:r>
              <a:rPr lang="zh-CN" altLang="en-US">
                <a:solidFill>
                  <a:schemeClr val="lt2"/>
                </a:solidFill>
                <a:latin typeface="Times New Roman" panose="02020603050405020304" charset="0"/>
                <a:ea typeface="宋体" panose="02010600030101010101" pitchFamily="2" charset="-122"/>
                <a:cs typeface="Times New Roman" panose="02020603050405020304" charset="0"/>
              </a:rPr>
              <a:t>技术概要</a:t>
            </a:r>
            <a:endParaRPr lang="zh-CN" altLang="en-US">
              <a:solidFill>
                <a:schemeClr val="lt2"/>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2.Gait Key</a:t>
            </a:r>
            <a:br>
              <a:rPr lang="zh-CN" altLang="en-GB"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497205" y="1200785"/>
            <a:ext cx="7977505" cy="1938020"/>
          </a:xfrm>
          <a:prstGeom prst="rect">
            <a:avLst/>
          </a:prstGeom>
          <a:noFill/>
        </p:spPr>
        <p:txBody>
          <a:bodyPr wrap="square" rtlCol="0">
            <a:spAutoFit/>
          </a:bodyPr>
          <a:p>
            <a:r>
              <a:rPr sz="2400">
                <a:latin typeface="+mn-ea"/>
                <a:ea typeface="+mn-ea"/>
                <a:cs typeface="宋体" panose="02010600030101010101" pitchFamily="2" charset="-122"/>
              </a:rPr>
              <a:t>由于步行是一种常见的日常活动，因此可以在日常生活中自动检测和测量人体步态，而不需要用户明确地执行密钥生成。所提出的方法可以在不显眼的情况下建立身体设备之间的安全通信。</a:t>
            </a:r>
            <a:endParaRPr sz="2400">
              <a:latin typeface="+mn-ea"/>
              <a:ea typeface="+mn-ea"/>
              <a:cs typeface="宋体" panose="02010600030101010101" pitchFamily="2" charset="-122"/>
            </a:endParaRPr>
          </a:p>
          <a:p>
            <a:endParaRPr lang="zh-CN" altLang="en-US" sz="2400">
              <a:latin typeface="+mn-ea"/>
              <a:ea typeface="+mn-ea"/>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3670300" y="2407285"/>
            <a:ext cx="5175250" cy="25730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2.Gait Key</a:t>
            </a:r>
            <a:br>
              <a:rPr lang="zh-CN" altLang="en-GB"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497205" y="1384300"/>
            <a:ext cx="7977505" cy="2676525"/>
          </a:xfrm>
          <a:prstGeom prst="rect">
            <a:avLst/>
          </a:prstGeom>
          <a:noFill/>
        </p:spPr>
        <p:txBody>
          <a:bodyPr wrap="square" rtlCol="0">
            <a:spAutoFit/>
          </a:bodyPr>
          <a:p>
            <a:r>
              <a:rPr lang="zh-CN" sz="2400">
                <a:latin typeface="+mn-ea"/>
                <a:ea typeface="+mn-ea"/>
                <a:cs typeface="宋体" panose="02010600030101010101" pitchFamily="2" charset="-122"/>
              </a:rPr>
              <a:t>两个挑战：</a:t>
            </a:r>
            <a:endParaRPr lang="zh-CN" sz="2400">
              <a:latin typeface="+mn-ea"/>
              <a:ea typeface="+mn-ea"/>
              <a:cs typeface="宋体" panose="02010600030101010101" pitchFamily="2" charset="-122"/>
            </a:endParaRPr>
          </a:p>
          <a:p>
            <a:pPr marL="342900" indent="-342900">
              <a:buFont typeface="Arial" panose="020B0604020202020204" pitchFamily="34" charset="0"/>
              <a:buChar char="•"/>
            </a:pPr>
            <a:r>
              <a:rPr sz="2400">
                <a:latin typeface="+mn-ea"/>
                <a:ea typeface="+mn-ea"/>
                <a:cs typeface="宋体" panose="02010600030101010101" pitchFamily="2" charset="-122"/>
              </a:rPr>
              <a:t>步态产生的信号被手臂摆动产生的噪声信号干扰</a:t>
            </a:r>
            <a:endParaRPr sz="2400">
              <a:latin typeface="+mn-ea"/>
              <a:ea typeface="+mn-ea"/>
              <a:cs typeface="宋体" panose="02010600030101010101" pitchFamily="2" charset="-122"/>
            </a:endParaRPr>
          </a:p>
          <a:p>
            <a:pPr marL="342900" indent="-342900">
              <a:buFont typeface="Arial" panose="020B0604020202020204" pitchFamily="34" charset="0"/>
              <a:buChar char="•"/>
            </a:pPr>
            <a:r>
              <a:rPr lang="zh-CN" altLang="en-US" sz="2400">
                <a:latin typeface="+mn-ea"/>
                <a:ea typeface="+mn-ea"/>
                <a:cs typeface="宋体" panose="02010600030101010101" pitchFamily="2" charset="-122"/>
              </a:rPr>
              <a:t>可穿戴设备的计算能力和电池容量受到限制</a:t>
            </a:r>
            <a:endParaRPr lang="zh-CN" altLang="en-US" sz="2400">
              <a:latin typeface="+mn-ea"/>
              <a:ea typeface="+mn-ea"/>
              <a:cs typeface="宋体" panose="02010600030101010101" pitchFamily="2" charset="-122"/>
            </a:endParaRPr>
          </a:p>
          <a:p>
            <a:pPr marL="342900" indent="-342900">
              <a:buFont typeface="Arial" panose="020B0604020202020204" pitchFamily="34" charset="0"/>
              <a:buChar char="•"/>
            </a:pPr>
            <a:endParaRPr lang="zh-CN" altLang="en-US" sz="2400">
              <a:latin typeface="+mn-ea"/>
              <a:ea typeface="+mn-ea"/>
              <a:cs typeface="宋体" panose="02010600030101010101" pitchFamily="2" charset="-122"/>
            </a:endParaRPr>
          </a:p>
          <a:p>
            <a:pPr marL="0" indent="0">
              <a:buFont typeface="Arial" panose="020B0604020202020204" pitchFamily="34" charset="0"/>
              <a:buNone/>
            </a:pPr>
            <a:r>
              <a:rPr lang="zh-CN" altLang="en-US" sz="2400">
                <a:latin typeface="+mn-ea"/>
                <a:ea typeface="+mn-ea"/>
                <a:cs typeface="宋体" panose="02010600030101010101" pitchFamily="2" charset="-122"/>
              </a:rPr>
              <a:t>解决方案：</a:t>
            </a:r>
            <a:endParaRPr lang="zh-CN" altLang="en-US" sz="2400">
              <a:latin typeface="+mn-ea"/>
              <a:ea typeface="+mn-ea"/>
              <a:cs typeface="宋体" panose="02010600030101010101" pitchFamily="2" charset="-122"/>
            </a:endParaRPr>
          </a:p>
          <a:p>
            <a:pPr marL="342900" indent="-342900">
              <a:buFont typeface="Arial" panose="020B0604020202020204" pitchFamily="34" charset="0"/>
              <a:buChar char="•"/>
            </a:pPr>
            <a:r>
              <a:rPr lang="zh-CN" altLang="en-US" sz="2400">
                <a:latin typeface="+mn-ea"/>
                <a:ea typeface="+mn-ea"/>
                <a:cs typeface="宋体" panose="02010600030101010101" pitchFamily="2" charset="-122"/>
              </a:rPr>
              <a:t>盲源分离技术</a:t>
            </a:r>
            <a:r>
              <a:rPr lang="zh-CN" altLang="en-US" sz="2400">
                <a:latin typeface="+mn-ea"/>
                <a:ea typeface="+mn-ea"/>
                <a:cs typeface="宋体" panose="02010600030101010101" pitchFamily="2" charset="-122"/>
              </a:rPr>
              <a:t>(BSS)</a:t>
            </a:r>
            <a:endParaRPr lang="zh-CN" altLang="en-US" sz="2400">
              <a:latin typeface="+mn-ea"/>
              <a:ea typeface="+mn-ea"/>
              <a:cs typeface="宋体" panose="02010600030101010101" pitchFamily="2" charset="-122"/>
            </a:endParaRPr>
          </a:p>
          <a:p>
            <a:pPr marL="342900" indent="-342900">
              <a:buFont typeface="Arial" panose="020B0604020202020204" pitchFamily="34" charset="0"/>
              <a:buChar char="•"/>
            </a:pPr>
            <a:r>
              <a:rPr lang="zh-CN" altLang="en-US" sz="2400">
                <a:latin typeface="+mn-ea"/>
                <a:ea typeface="+mn-ea"/>
                <a:cs typeface="宋体" panose="02010600030101010101" pitchFamily="2" charset="-122"/>
              </a:rPr>
              <a:t>采用轻量级的信号处理技术</a:t>
            </a:r>
            <a:endParaRPr lang="zh-CN" altLang="en-US" sz="2400">
              <a:latin typeface="+mn-ea"/>
              <a:ea typeface="+mn-ea"/>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200" name="Shape 200"/>
        <p:cNvGrpSpPr/>
        <p:nvPr/>
      </p:nvGrpSpPr>
      <p:grpSpPr>
        <a:xfrm>
          <a:off x="0" y="0"/>
          <a:ext cx="0" cy="0"/>
          <a:chOff x="0" y="0"/>
          <a:chExt cx="0" cy="0"/>
        </a:xfrm>
      </p:grpSpPr>
      <p:pic>
        <p:nvPicPr>
          <p:cNvPr id="1" name="图片 0"/>
          <p:cNvPicPr>
            <a:picLocks noChangeAspect="1"/>
          </p:cNvPicPr>
          <p:nvPr/>
        </p:nvPicPr>
        <p:blipFill>
          <a:blip r:embed="rId1"/>
          <a:stretch>
            <a:fillRect/>
          </a:stretch>
        </p:blipFill>
        <p:spPr>
          <a:xfrm>
            <a:off x="510540" y="113665"/>
            <a:ext cx="8122920" cy="49161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3715035" y="1635450"/>
            <a:ext cx="1714500" cy="97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0</a:t>
            </a:r>
            <a:r>
              <a:rPr lang="en-US" altLang="en-GB"/>
              <a:t>3</a:t>
            </a:r>
            <a:endParaRPr lang="en-US" altLang="en-GB"/>
          </a:p>
        </p:txBody>
      </p:sp>
      <p:sp>
        <p:nvSpPr>
          <p:cNvPr id="223" name="Google Shape;223;p36"/>
          <p:cNvSpPr txBox="1"/>
          <p:nvPr>
            <p:ph type="title" idx="2"/>
          </p:nvPr>
        </p:nvSpPr>
        <p:spPr>
          <a:xfrm>
            <a:off x="2343300" y="2609190"/>
            <a:ext cx="4457700" cy="609600"/>
          </a:xfrm>
          <a:prstGeom prst="rect">
            <a:avLst/>
          </a:prstGeom>
        </p:spPr>
        <p:txBody>
          <a:bodyPr spcFirstLastPara="1" wrap="square" lIns="91425" tIns="91425" rIns="83775" bIns="91425" anchor="t" anchorCtr="0">
            <a:noAutofit/>
          </a:bodyPr>
          <a:lstStyle/>
          <a:p>
            <a:pPr marL="0" lvl="0" indent="0" algn="ctr" rtl="0">
              <a:spcBef>
                <a:spcPts val="0"/>
              </a:spcBef>
              <a:spcAft>
                <a:spcPts val="0"/>
              </a:spcAft>
              <a:buNone/>
            </a:pPr>
            <a:r>
              <a:rPr lang="zh-CN" altLang="en-US">
                <a:solidFill>
                  <a:schemeClr val="lt2"/>
                </a:solidFill>
                <a:latin typeface="Times New Roman" panose="02020603050405020304" charset="0"/>
                <a:ea typeface="宋体" panose="02010600030101010101" pitchFamily="2" charset="-122"/>
                <a:cs typeface="Times New Roman" panose="02020603050405020304" charset="0"/>
              </a:rPr>
              <a:t>信号处理</a:t>
            </a:r>
            <a:endParaRPr lang="zh-CN" altLang="en-US">
              <a:solidFill>
                <a:schemeClr val="lt2"/>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3.1</a:t>
            </a:r>
            <a:r>
              <a:rPr lang="zh-CN" altLang="en-US" sz="3200">
                <a:latin typeface="微软雅黑" panose="020B0503020204020204" charset="-122"/>
                <a:ea typeface="微软雅黑" panose="020B0503020204020204" charset="-122"/>
                <a:cs typeface="微软雅黑" panose="020B0503020204020204" charset="-122"/>
              </a:rPr>
              <a:t>信号分离</a:t>
            </a:r>
            <a:br>
              <a:rPr lang="zh-CN" altLang="en-US"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sp>
        <p:nvSpPr>
          <p:cNvPr id="1" name="文本框 0"/>
          <p:cNvSpPr txBox="1"/>
          <p:nvPr/>
        </p:nvSpPr>
        <p:spPr>
          <a:xfrm>
            <a:off x="615315" y="1176020"/>
            <a:ext cx="7628890" cy="306705"/>
          </a:xfrm>
          <a:prstGeom prst="rect">
            <a:avLst/>
          </a:prstGeom>
          <a:noFill/>
        </p:spPr>
        <p:txBody>
          <a:bodyPr wrap="square" rtlCol="0">
            <a:spAutoFit/>
          </a:bodyPr>
          <a:p>
            <a:r>
              <a:rPr lang="en-US" altLang="zh-CN"/>
              <a:t>ICA</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3.2</a:t>
            </a:r>
            <a:r>
              <a:rPr lang="zh-CN" altLang="en-US" sz="3200">
                <a:latin typeface="微软雅黑" panose="020B0503020204020204" charset="-122"/>
                <a:ea typeface="微软雅黑" panose="020B0503020204020204" charset="-122"/>
                <a:cs typeface="微软雅黑" panose="020B0503020204020204" charset="-122"/>
              </a:rPr>
              <a:t>信号同步</a:t>
            </a:r>
            <a:br>
              <a:rPr lang="zh-CN" altLang="en-US"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3.2</a:t>
            </a:r>
            <a:r>
              <a:rPr lang="zh-CN" altLang="en-US" sz="3200">
                <a:latin typeface="微软雅黑" panose="020B0503020204020204" charset="-122"/>
                <a:ea typeface="微软雅黑" panose="020B0503020204020204" charset="-122"/>
                <a:cs typeface="微软雅黑" panose="020B0503020204020204" charset="-122"/>
              </a:rPr>
              <a:t>信号同步</a:t>
            </a:r>
            <a:br>
              <a:rPr lang="zh-CN" altLang="en-US"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3715035" y="1635450"/>
            <a:ext cx="1714500" cy="97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0</a:t>
            </a:r>
            <a:r>
              <a:rPr lang="en-US" altLang="en-GB"/>
              <a:t>4</a:t>
            </a:r>
            <a:endParaRPr lang="en-US" altLang="en-GB"/>
          </a:p>
        </p:txBody>
      </p:sp>
      <p:sp>
        <p:nvSpPr>
          <p:cNvPr id="223" name="Google Shape;223;p36"/>
          <p:cNvSpPr txBox="1"/>
          <p:nvPr>
            <p:ph type="title" idx="2"/>
          </p:nvPr>
        </p:nvSpPr>
        <p:spPr>
          <a:xfrm>
            <a:off x="2343300" y="2609190"/>
            <a:ext cx="4457700" cy="609600"/>
          </a:xfrm>
          <a:prstGeom prst="rect">
            <a:avLst/>
          </a:prstGeom>
        </p:spPr>
        <p:txBody>
          <a:bodyPr spcFirstLastPara="1" wrap="square" lIns="91425" tIns="91425" rIns="83775" bIns="91425" anchor="t" anchorCtr="0">
            <a:noAutofit/>
          </a:bodyPr>
          <a:lstStyle/>
          <a:p>
            <a:pPr marL="0" lvl="0" indent="0" algn="ctr" rtl="0">
              <a:spcBef>
                <a:spcPts val="0"/>
              </a:spcBef>
              <a:spcAft>
                <a:spcPts val="0"/>
              </a:spcAft>
              <a:buNone/>
            </a:pPr>
            <a:r>
              <a:rPr lang="zh-CN" altLang="en-US">
                <a:solidFill>
                  <a:schemeClr val="lt2"/>
                </a:solidFill>
                <a:latin typeface="Times New Roman" panose="02020603050405020304" charset="0"/>
                <a:ea typeface="宋体" panose="02010600030101010101" pitchFamily="2" charset="-122"/>
                <a:cs typeface="Times New Roman" panose="02020603050405020304" charset="0"/>
              </a:rPr>
              <a:t>生成密钥</a:t>
            </a:r>
            <a:endParaRPr lang="zh-CN" altLang="en-US">
              <a:solidFill>
                <a:schemeClr val="lt2"/>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97115" y="370455"/>
            <a:ext cx="299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3200">
                <a:latin typeface="微软雅黑" panose="020B0503020204020204" charset="-122"/>
                <a:ea typeface="微软雅黑" panose="020B0503020204020204" charset="-122"/>
                <a:cs typeface="微软雅黑" panose="020B0503020204020204" charset="-122"/>
              </a:rPr>
              <a:t>4.</a:t>
            </a:r>
            <a:r>
              <a:rPr lang="zh-CN" altLang="en-US" sz="3200">
                <a:latin typeface="微软雅黑" panose="020B0503020204020204" charset="-122"/>
                <a:ea typeface="微软雅黑" panose="020B0503020204020204" charset="-122"/>
                <a:cs typeface="微软雅黑" panose="020B0503020204020204" charset="-122"/>
              </a:rPr>
              <a:t>生成密钥</a:t>
            </a:r>
            <a:br>
              <a:rPr lang="zh-CN" altLang="en-US"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br>
              <a:rPr lang="zh-CN" altLang="en-GB" sz="3200">
                <a:latin typeface="微软雅黑" panose="020B0503020204020204" charset="-122"/>
                <a:ea typeface="微软雅黑" panose="020B0503020204020204" charset="-122"/>
                <a:cs typeface="微软雅黑" panose="020B0503020204020204" charset="-122"/>
              </a:rPr>
            </a:br>
            <a:endParaRPr lang="zh-CN" altLang="en-GB" sz="3200">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497205" y="1200785"/>
            <a:ext cx="7977505" cy="460375"/>
          </a:xfrm>
          <a:prstGeom prst="rect">
            <a:avLst/>
          </a:prstGeom>
          <a:noFill/>
        </p:spPr>
        <p:txBody>
          <a:bodyPr wrap="square" rtlCol="0">
            <a:spAutoFit/>
          </a:bodyPr>
          <a:p>
            <a:endParaRPr lang="zh-CN" altLang="en-US" sz="2400">
              <a:latin typeface="+mn-ea"/>
              <a:ea typeface="+mn-ea"/>
              <a:cs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074035" y="1986280"/>
            <a:ext cx="2996565" cy="706755"/>
          </a:xfrm>
          <a:prstGeom prst="rect">
            <a:avLst/>
          </a:prstGeom>
          <a:noFill/>
        </p:spPr>
        <p:txBody>
          <a:bodyPr wrap="square" rtlCol="0">
            <a:spAutoFit/>
          </a:bodyPr>
          <a:p>
            <a:r>
              <a:rPr lang="en-US" altLang="zh-CN" sz="4000">
                <a:latin typeface="楷体" panose="02010609060101010101" charset="-122"/>
                <a:ea typeface="楷体" panose="02010609060101010101" charset="-122"/>
              </a:rPr>
              <a:t>Thank you !</a:t>
            </a:r>
            <a:endParaRPr lang="en-US" altLang="zh-CN" sz="4000">
              <a:latin typeface="楷体" panose="02010609060101010101" charset="-122"/>
              <a:ea typeface="楷体" panose="02010609060101010101" charset="-122"/>
            </a:endParaRPr>
          </a:p>
        </p:txBody>
      </p:sp>
    </p:spTree>
  </p:cSld>
  <p:clrMapOvr>
    <a:masterClrMapping/>
  </p:clrMapOvr>
</p:sld>
</file>

<file path=ppt/theme/theme1.xml><?xml version="1.0" encoding="utf-8"?>
<a:theme xmlns:a="http://schemas.openxmlformats.org/drawingml/2006/main" name="Simple Meeting by Slidesgo">
  <a:themeElements>
    <a:clrScheme name="Simple Light">
      <a:dk1>
        <a:srgbClr val="000000"/>
      </a:dk1>
      <a:lt1>
        <a:srgbClr val="FFFFFF"/>
      </a:lt1>
      <a:dk2>
        <a:srgbClr val="637B7F"/>
      </a:dk2>
      <a:lt2>
        <a:srgbClr val="EBB55A"/>
      </a:lt2>
      <a:accent1>
        <a:srgbClr val="D84E2E"/>
      </a:accent1>
      <a:accent2>
        <a:srgbClr val="637B7F"/>
      </a:accent2>
      <a:accent3>
        <a:srgbClr val="EBB55A"/>
      </a:accent3>
      <a:accent4>
        <a:srgbClr val="D84E2E"/>
      </a:accent4>
      <a:accent5>
        <a:srgbClr val="637B7F"/>
      </a:accent5>
      <a:accent6>
        <a:srgbClr val="EBB55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Words>
  <Application>WPS 演示</Application>
  <PresentationFormat/>
  <Paragraphs>66</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宋体</vt:lpstr>
      <vt:lpstr>Wingdings</vt:lpstr>
      <vt:lpstr>Arial</vt:lpstr>
      <vt:lpstr>Reem Kufi</vt:lpstr>
      <vt:lpstr>LaTeX</vt:lpstr>
      <vt:lpstr>Source Sans Pro</vt:lpstr>
      <vt:lpstr>Times New Roman</vt:lpstr>
      <vt:lpstr>楷体</vt:lpstr>
      <vt:lpstr>微软雅黑</vt:lpstr>
      <vt:lpstr>Arial Unicode MS</vt:lpstr>
      <vt:lpstr>Simple Meeting by Slidesgo</vt:lpstr>
      <vt:lpstr>Gait-Key: A Gait-Based Shared Secret Key Generation Protocol for  Wearable Devices</vt:lpstr>
      <vt:lpstr>背景介绍 </vt:lpstr>
      <vt:lpstr>1.背景介绍 </vt:lpstr>
      <vt:lpstr>1.背景介绍 </vt:lpstr>
      <vt:lpstr>背景介绍 </vt:lpstr>
      <vt:lpstr>1.背景介绍 </vt:lpstr>
      <vt:lpstr>2.Gait Key  </vt:lpstr>
      <vt:lpstr>2.Gait Key  </vt:lpstr>
      <vt:lpstr>技术概要</vt:lpstr>
      <vt:lpstr>2.Gait Key  </vt:lpstr>
      <vt:lpstr>3.信号分离   </vt:lpstr>
      <vt:lpstr>3.信号同步   </vt:lpstr>
      <vt:lpstr>技术概要</vt:lpstr>
      <vt:lpstr>2.Gait Key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Gait-Key: A Gait-Based Shared Secret Key Generation Protocol for  Wearable Devices</dc:title>
  <dc:creator/>
  <cp:lastModifiedBy>Tangerine</cp:lastModifiedBy>
  <cp:revision>11</cp:revision>
  <dcterms:created xsi:type="dcterms:W3CDTF">2020-12-30T05:39:00Z</dcterms:created>
  <dcterms:modified xsi:type="dcterms:W3CDTF">2020-12-30T12:29:45Z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